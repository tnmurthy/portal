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2" r:id="rId3"/>
    <p:sldId id="274" r:id="rId4"/>
    <p:sldId id="264" r:id="rId5"/>
    <p:sldId id="265" r:id="rId6"/>
    <p:sldId id="266" r:id="rId7"/>
    <p:sldId id="267" r:id="rId8"/>
    <p:sldId id="270" r:id="rId9"/>
    <p:sldId id="269" r:id="rId10"/>
    <p:sldId id="271" r:id="rId11"/>
    <p:sldId id="262" r:id="rId12"/>
    <p:sldId id="26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474" autoAdjust="0"/>
    <p:restoredTop sz="94660"/>
  </p:normalViewPr>
  <p:slideViewPr>
    <p:cSldViewPr snapToGrid="0">
      <p:cViewPr>
        <p:scale>
          <a:sx n="70" d="100"/>
          <a:sy n="70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1402FA-044C-48F9-B297-B20A96C0A429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608BE809-D875-4BC0-878B-519E9393BD90}">
      <dgm:prSet phldrT="[Text]" custT="1"/>
      <dgm:spPr/>
      <dgm:t>
        <a:bodyPr/>
        <a:lstStyle/>
        <a:p>
          <a:r>
            <a:rPr lang="en-US" sz="2800" dirty="0"/>
            <a:t>30 day</a:t>
          </a:r>
        </a:p>
      </dgm:t>
    </dgm:pt>
    <dgm:pt modelId="{32878F1E-6F3E-4F50-B78C-D06FED14020A}" type="parTrans" cxnId="{491F5583-0720-450D-B20F-0F26E35F9460}">
      <dgm:prSet/>
      <dgm:spPr/>
      <dgm:t>
        <a:bodyPr/>
        <a:lstStyle/>
        <a:p>
          <a:endParaRPr lang="en-US"/>
        </a:p>
      </dgm:t>
    </dgm:pt>
    <dgm:pt modelId="{AA221D11-0F21-44E5-946F-421EA18BDE59}" type="sibTrans" cxnId="{491F5583-0720-450D-B20F-0F26E35F9460}">
      <dgm:prSet/>
      <dgm:spPr/>
      <dgm:t>
        <a:bodyPr/>
        <a:lstStyle/>
        <a:p>
          <a:endParaRPr lang="en-US"/>
        </a:p>
      </dgm:t>
    </dgm:pt>
    <dgm:pt modelId="{E283AD89-A1CC-4604-B7BE-A899AF029F27}">
      <dgm:prSet phldrT="[Text]"/>
      <dgm:spPr/>
      <dgm:t>
        <a:bodyPr/>
        <a:lstStyle/>
        <a:p>
          <a:r>
            <a:rPr lang="en-US" dirty="0"/>
            <a:t>Observe and Learn</a:t>
          </a:r>
        </a:p>
      </dgm:t>
    </dgm:pt>
    <dgm:pt modelId="{8F325451-9570-4BD0-B0DA-85F844B89101}" type="parTrans" cxnId="{DA8D664A-4E80-44F2-ADF3-DE74A61E51B7}">
      <dgm:prSet/>
      <dgm:spPr/>
      <dgm:t>
        <a:bodyPr/>
        <a:lstStyle/>
        <a:p>
          <a:endParaRPr lang="en-US"/>
        </a:p>
      </dgm:t>
    </dgm:pt>
    <dgm:pt modelId="{34696DA5-9239-4B0A-9A7B-17FAEA801291}" type="sibTrans" cxnId="{DA8D664A-4E80-44F2-ADF3-DE74A61E51B7}">
      <dgm:prSet/>
      <dgm:spPr/>
      <dgm:t>
        <a:bodyPr/>
        <a:lstStyle/>
        <a:p>
          <a:endParaRPr lang="en-US"/>
        </a:p>
      </dgm:t>
    </dgm:pt>
    <dgm:pt modelId="{386A03E2-4F64-4ECB-8C35-354BBA9D608D}">
      <dgm:prSet phldrT="[Text]" custT="1"/>
      <dgm:spPr/>
      <dgm:t>
        <a:bodyPr/>
        <a:lstStyle/>
        <a:p>
          <a:r>
            <a:rPr lang="en-US" sz="2800" dirty="0"/>
            <a:t>60 day</a:t>
          </a:r>
          <a:endParaRPr lang="en-US" sz="4300" dirty="0"/>
        </a:p>
      </dgm:t>
    </dgm:pt>
    <dgm:pt modelId="{9EE0FF54-96C5-4CDB-BEC2-715D060C8F61}" type="parTrans" cxnId="{2DC34AB6-CD44-4764-B346-893E4DDF6F2C}">
      <dgm:prSet/>
      <dgm:spPr/>
      <dgm:t>
        <a:bodyPr/>
        <a:lstStyle/>
        <a:p>
          <a:endParaRPr lang="en-US"/>
        </a:p>
      </dgm:t>
    </dgm:pt>
    <dgm:pt modelId="{E1F38071-E9C2-4DFB-AC6A-F30A15CD1FD7}" type="sibTrans" cxnId="{2DC34AB6-CD44-4764-B346-893E4DDF6F2C}">
      <dgm:prSet/>
      <dgm:spPr/>
      <dgm:t>
        <a:bodyPr/>
        <a:lstStyle/>
        <a:p>
          <a:endParaRPr lang="en-US"/>
        </a:p>
      </dgm:t>
    </dgm:pt>
    <dgm:pt modelId="{8282E44C-3367-4145-8A61-16B101164867}">
      <dgm:prSet phldrT="[Text]"/>
      <dgm:spPr/>
      <dgm:t>
        <a:bodyPr/>
        <a:lstStyle/>
        <a:p>
          <a:r>
            <a:rPr lang="en-US" dirty="0"/>
            <a:t>Act &amp; Build</a:t>
          </a:r>
        </a:p>
      </dgm:t>
    </dgm:pt>
    <dgm:pt modelId="{6BFA5DF4-61FB-48E3-899E-6EAE613138E4}" type="parTrans" cxnId="{B1A46D4F-40A2-467B-8CB6-9CDEBC5B691A}">
      <dgm:prSet/>
      <dgm:spPr/>
      <dgm:t>
        <a:bodyPr/>
        <a:lstStyle/>
        <a:p>
          <a:endParaRPr lang="en-US"/>
        </a:p>
      </dgm:t>
    </dgm:pt>
    <dgm:pt modelId="{648CA879-E3B3-4812-A84D-BF378146B206}" type="sibTrans" cxnId="{B1A46D4F-40A2-467B-8CB6-9CDEBC5B691A}">
      <dgm:prSet/>
      <dgm:spPr/>
      <dgm:t>
        <a:bodyPr/>
        <a:lstStyle/>
        <a:p>
          <a:endParaRPr lang="en-US"/>
        </a:p>
      </dgm:t>
    </dgm:pt>
    <dgm:pt modelId="{C462AEDB-36EF-42F3-8A84-610564681DCC}">
      <dgm:prSet phldrT="[Text]" custT="1"/>
      <dgm:spPr/>
      <dgm:t>
        <a:bodyPr/>
        <a:lstStyle/>
        <a:p>
          <a:r>
            <a:rPr lang="en-US" sz="2800" dirty="0"/>
            <a:t>90 day</a:t>
          </a:r>
          <a:endParaRPr lang="en-US" sz="4900" dirty="0"/>
        </a:p>
      </dgm:t>
    </dgm:pt>
    <dgm:pt modelId="{EBF09D4E-A8D3-4A96-A967-BE0A56BF5362}" type="parTrans" cxnId="{E57437A4-0092-4749-A8F1-0BEDBA01F8D6}">
      <dgm:prSet/>
      <dgm:spPr/>
      <dgm:t>
        <a:bodyPr/>
        <a:lstStyle/>
        <a:p>
          <a:endParaRPr lang="en-US"/>
        </a:p>
      </dgm:t>
    </dgm:pt>
    <dgm:pt modelId="{5FE798F4-55A3-4B98-A79A-ED6B2AF5D43F}" type="sibTrans" cxnId="{E57437A4-0092-4749-A8F1-0BEDBA01F8D6}">
      <dgm:prSet/>
      <dgm:spPr/>
      <dgm:t>
        <a:bodyPr/>
        <a:lstStyle/>
        <a:p>
          <a:endParaRPr lang="en-US"/>
        </a:p>
      </dgm:t>
    </dgm:pt>
    <dgm:pt modelId="{468CD1C1-F722-41C1-A17D-F44EE8717F6C}">
      <dgm:prSet phldrT="[Text]"/>
      <dgm:spPr/>
      <dgm:t>
        <a:bodyPr/>
        <a:lstStyle/>
        <a:p>
          <a:r>
            <a:rPr lang="en-US" dirty="0"/>
            <a:t>Sustain &amp; Push</a:t>
          </a:r>
        </a:p>
      </dgm:t>
    </dgm:pt>
    <dgm:pt modelId="{B3D55376-17A9-43DD-88D1-1A4F969FF7FF}" type="parTrans" cxnId="{FB3F9905-DF26-4D29-ACB2-620C874E6627}">
      <dgm:prSet/>
      <dgm:spPr/>
      <dgm:t>
        <a:bodyPr/>
        <a:lstStyle/>
        <a:p>
          <a:endParaRPr lang="en-US"/>
        </a:p>
      </dgm:t>
    </dgm:pt>
    <dgm:pt modelId="{85E54341-75BA-42F0-A7D1-16560ECC4E4D}" type="sibTrans" cxnId="{FB3F9905-DF26-4D29-ACB2-620C874E6627}">
      <dgm:prSet/>
      <dgm:spPr/>
      <dgm:t>
        <a:bodyPr/>
        <a:lstStyle/>
        <a:p>
          <a:endParaRPr lang="en-US"/>
        </a:p>
      </dgm:t>
    </dgm:pt>
    <dgm:pt modelId="{8C140B84-0C5F-4E7D-8A1C-9F1E587B935D}" type="pres">
      <dgm:prSet presAssocID="{7E1402FA-044C-48F9-B297-B20A96C0A429}" presName="rootnode" presStyleCnt="0">
        <dgm:presLayoutVars>
          <dgm:chMax/>
          <dgm:chPref/>
          <dgm:dir/>
          <dgm:animLvl val="lvl"/>
        </dgm:presLayoutVars>
      </dgm:prSet>
      <dgm:spPr/>
    </dgm:pt>
    <dgm:pt modelId="{76B61BB3-7EC6-43C4-86E5-2FD04854885A}" type="pres">
      <dgm:prSet presAssocID="{608BE809-D875-4BC0-878B-519E9393BD90}" presName="composite" presStyleCnt="0"/>
      <dgm:spPr/>
    </dgm:pt>
    <dgm:pt modelId="{2A215C15-2B0C-405F-B950-91C80FBB810D}" type="pres">
      <dgm:prSet presAssocID="{608BE809-D875-4BC0-878B-519E9393BD90}" presName="bentUpArrow1" presStyleLbl="alignImgPlace1" presStyleIdx="0" presStyleCnt="2"/>
      <dgm:spPr/>
    </dgm:pt>
    <dgm:pt modelId="{FB50C0C0-9ADF-4309-B54F-97CE23B66FDB}" type="pres">
      <dgm:prSet presAssocID="{608BE809-D875-4BC0-878B-519E9393BD90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C728E180-9C5A-43BF-BB79-E5BBB52EAC47}" type="pres">
      <dgm:prSet presAssocID="{608BE809-D875-4BC0-878B-519E9393BD90}" presName="ChildText" presStyleLbl="revTx" presStyleIdx="0" presStyleCnt="3" custScaleX="336048" custLinFactX="28191" custLinFactNeighborX="100000">
        <dgm:presLayoutVars>
          <dgm:chMax val="0"/>
          <dgm:chPref val="0"/>
          <dgm:bulletEnabled val="1"/>
        </dgm:presLayoutVars>
      </dgm:prSet>
      <dgm:spPr/>
    </dgm:pt>
    <dgm:pt modelId="{EF4DF7E6-6A61-4096-8706-E43E9E6D97E0}" type="pres">
      <dgm:prSet presAssocID="{AA221D11-0F21-44E5-946F-421EA18BDE59}" presName="sibTrans" presStyleCnt="0"/>
      <dgm:spPr/>
    </dgm:pt>
    <dgm:pt modelId="{87701746-D0FA-4981-9AD4-98AF6C34E2AF}" type="pres">
      <dgm:prSet presAssocID="{386A03E2-4F64-4ECB-8C35-354BBA9D608D}" presName="composite" presStyleCnt="0"/>
      <dgm:spPr/>
    </dgm:pt>
    <dgm:pt modelId="{BB525B49-C3D0-4555-84B5-5742133D0973}" type="pres">
      <dgm:prSet presAssocID="{386A03E2-4F64-4ECB-8C35-354BBA9D608D}" presName="bentUpArrow1" presStyleLbl="alignImgPlace1" presStyleIdx="1" presStyleCnt="2" custLinFactNeighborX="-34527" custLinFactNeighborY="-11933"/>
      <dgm:spPr/>
    </dgm:pt>
    <dgm:pt modelId="{15351D6A-61EF-401B-9187-307A27DC06DE}" type="pres">
      <dgm:prSet presAssocID="{386A03E2-4F64-4ECB-8C35-354BBA9D608D}" presName="ParentText" presStyleLbl="node1" presStyleIdx="1" presStyleCnt="3" custLinFactNeighborX="-25018" custLinFactNeighborY="-9531">
        <dgm:presLayoutVars>
          <dgm:chMax val="1"/>
          <dgm:chPref val="1"/>
          <dgm:bulletEnabled val="1"/>
        </dgm:presLayoutVars>
      </dgm:prSet>
      <dgm:spPr/>
    </dgm:pt>
    <dgm:pt modelId="{CB3E7D72-C45C-4491-8AEB-80E8019B17DE}" type="pres">
      <dgm:prSet presAssocID="{386A03E2-4F64-4ECB-8C35-354BBA9D608D}" presName="ChildText" presStyleLbl="revTx" presStyleIdx="1" presStyleCnt="3" custScaleX="270614" custLinFactNeighborX="59193" custLinFactNeighborY="-12080">
        <dgm:presLayoutVars>
          <dgm:chMax val="0"/>
          <dgm:chPref val="0"/>
          <dgm:bulletEnabled val="1"/>
        </dgm:presLayoutVars>
      </dgm:prSet>
      <dgm:spPr/>
    </dgm:pt>
    <dgm:pt modelId="{C5872D7C-213F-4BC9-8179-98C65E62A9E0}" type="pres">
      <dgm:prSet presAssocID="{E1F38071-E9C2-4DFB-AC6A-F30A15CD1FD7}" presName="sibTrans" presStyleCnt="0"/>
      <dgm:spPr/>
    </dgm:pt>
    <dgm:pt modelId="{FA85340E-7C83-4ADF-BBF0-9B27679E28B1}" type="pres">
      <dgm:prSet presAssocID="{C462AEDB-36EF-42F3-8A84-610564681DCC}" presName="composite" presStyleCnt="0"/>
      <dgm:spPr/>
    </dgm:pt>
    <dgm:pt modelId="{F7FEEF2A-0277-4CD3-B55B-E90169EB55A5}" type="pres">
      <dgm:prSet presAssocID="{C462AEDB-36EF-42F3-8A84-610564681DCC}" presName="ParentText" presStyleLbl="node1" presStyleIdx="2" presStyleCnt="3" custLinFactNeighborX="-54205" custLinFactNeighborY="-16084">
        <dgm:presLayoutVars>
          <dgm:chMax val="1"/>
          <dgm:chPref val="1"/>
          <dgm:bulletEnabled val="1"/>
        </dgm:presLayoutVars>
      </dgm:prSet>
      <dgm:spPr/>
    </dgm:pt>
    <dgm:pt modelId="{C2C36998-6B2B-4377-9AA9-593FAB6AD4BE}" type="pres">
      <dgm:prSet presAssocID="{C462AEDB-36EF-42F3-8A84-610564681DCC}" presName="FinalChildText" presStyleLbl="revTx" presStyleIdx="2" presStyleCnt="3" custScaleX="216803" custLinFactNeighborX="-14906" custLinFactNeighborY="-17688">
        <dgm:presLayoutVars>
          <dgm:chMax val="0"/>
          <dgm:chPref val="0"/>
          <dgm:bulletEnabled val="1"/>
        </dgm:presLayoutVars>
      </dgm:prSet>
      <dgm:spPr/>
    </dgm:pt>
  </dgm:ptLst>
  <dgm:cxnLst>
    <dgm:cxn modelId="{FB3F9905-DF26-4D29-ACB2-620C874E6627}" srcId="{C462AEDB-36EF-42F3-8A84-610564681DCC}" destId="{468CD1C1-F722-41C1-A17D-F44EE8717F6C}" srcOrd="0" destOrd="0" parTransId="{B3D55376-17A9-43DD-88D1-1A4F969FF7FF}" sibTransId="{85E54341-75BA-42F0-A7D1-16560ECC4E4D}"/>
    <dgm:cxn modelId="{A6636612-5C3E-41F9-B91A-05FEDACABFB0}" type="presOf" srcId="{386A03E2-4F64-4ECB-8C35-354BBA9D608D}" destId="{15351D6A-61EF-401B-9187-307A27DC06DE}" srcOrd="0" destOrd="0" presId="urn:microsoft.com/office/officeart/2005/8/layout/StepDownProcess"/>
    <dgm:cxn modelId="{B7EE2E19-255F-4A71-B3B7-795F6D7A8E41}" type="presOf" srcId="{608BE809-D875-4BC0-878B-519E9393BD90}" destId="{FB50C0C0-9ADF-4309-B54F-97CE23B66FDB}" srcOrd="0" destOrd="0" presId="urn:microsoft.com/office/officeart/2005/8/layout/StepDownProcess"/>
    <dgm:cxn modelId="{7B0F2F1C-BCCA-4134-94E5-A5958E9C7547}" type="presOf" srcId="{E283AD89-A1CC-4604-B7BE-A899AF029F27}" destId="{C728E180-9C5A-43BF-BB79-E5BBB52EAC47}" srcOrd="0" destOrd="0" presId="urn:microsoft.com/office/officeart/2005/8/layout/StepDownProcess"/>
    <dgm:cxn modelId="{DA8D664A-4E80-44F2-ADF3-DE74A61E51B7}" srcId="{608BE809-D875-4BC0-878B-519E9393BD90}" destId="{E283AD89-A1CC-4604-B7BE-A899AF029F27}" srcOrd="0" destOrd="0" parTransId="{8F325451-9570-4BD0-B0DA-85F844B89101}" sibTransId="{34696DA5-9239-4B0A-9A7B-17FAEA801291}"/>
    <dgm:cxn modelId="{B1A46D4F-40A2-467B-8CB6-9CDEBC5B691A}" srcId="{386A03E2-4F64-4ECB-8C35-354BBA9D608D}" destId="{8282E44C-3367-4145-8A61-16B101164867}" srcOrd="0" destOrd="0" parTransId="{6BFA5DF4-61FB-48E3-899E-6EAE613138E4}" sibTransId="{648CA879-E3B3-4812-A84D-BF378146B206}"/>
    <dgm:cxn modelId="{EA362082-3FF4-403C-AFD9-85CE95A85DE7}" type="presOf" srcId="{C462AEDB-36EF-42F3-8A84-610564681DCC}" destId="{F7FEEF2A-0277-4CD3-B55B-E90169EB55A5}" srcOrd="0" destOrd="0" presId="urn:microsoft.com/office/officeart/2005/8/layout/StepDownProcess"/>
    <dgm:cxn modelId="{491F5583-0720-450D-B20F-0F26E35F9460}" srcId="{7E1402FA-044C-48F9-B297-B20A96C0A429}" destId="{608BE809-D875-4BC0-878B-519E9393BD90}" srcOrd="0" destOrd="0" parTransId="{32878F1E-6F3E-4F50-B78C-D06FED14020A}" sibTransId="{AA221D11-0F21-44E5-946F-421EA18BDE59}"/>
    <dgm:cxn modelId="{BAF2B694-B994-4B21-8B88-036B7604B8E7}" type="presOf" srcId="{7E1402FA-044C-48F9-B297-B20A96C0A429}" destId="{8C140B84-0C5F-4E7D-8A1C-9F1E587B935D}" srcOrd="0" destOrd="0" presId="urn:microsoft.com/office/officeart/2005/8/layout/StepDownProcess"/>
    <dgm:cxn modelId="{E57437A4-0092-4749-A8F1-0BEDBA01F8D6}" srcId="{7E1402FA-044C-48F9-B297-B20A96C0A429}" destId="{C462AEDB-36EF-42F3-8A84-610564681DCC}" srcOrd="2" destOrd="0" parTransId="{EBF09D4E-A8D3-4A96-A967-BE0A56BF5362}" sibTransId="{5FE798F4-55A3-4B98-A79A-ED6B2AF5D43F}"/>
    <dgm:cxn modelId="{2DC34AB6-CD44-4764-B346-893E4DDF6F2C}" srcId="{7E1402FA-044C-48F9-B297-B20A96C0A429}" destId="{386A03E2-4F64-4ECB-8C35-354BBA9D608D}" srcOrd="1" destOrd="0" parTransId="{9EE0FF54-96C5-4CDB-BEC2-715D060C8F61}" sibTransId="{E1F38071-E9C2-4DFB-AC6A-F30A15CD1FD7}"/>
    <dgm:cxn modelId="{BA8315E8-9CC7-46B0-9BBB-4EAF2C1E1E4A}" type="presOf" srcId="{468CD1C1-F722-41C1-A17D-F44EE8717F6C}" destId="{C2C36998-6B2B-4377-9AA9-593FAB6AD4BE}" srcOrd="0" destOrd="0" presId="urn:microsoft.com/office/officeart/2005/8/layout/StepDownProcess"/>
    <dgm:cxn modelId="{76D13CF6-8B27-43F4-A45F-390D7165FE62}" type="presOf" srcId="{8282E44C-3367-4145-8A61-16B101164867}" destId="{CB3E7D72-C45C-4491-8AEB-80E8019B17DE}" srcOrd="0" destOrd="0" presId="urn:microsoft.com/office/officeart/2005/8/layout/StepDownProcess"/>
    <dgm:cxn modelId="{C3927BAE-DA88-4230-BC18-DCC1110888BD}" type="presParOf" srcId="{8C140B84-0C5F-4E7D-8A1C-9F1E587B935D}" destId="{76B61BB3-7EC6-43C4-86E5-2FD04854885A}" srcOrd="0" destOrd="0" presId="urn:microsoft.com/office/officeart/2005/8/layout/StepDownProcess"/>
    <dgm:cxn modelId="{6752DD92-614C-49B9-9A04-481907EC1C36}" type="presParOf" srcId="{76B61BB3-7EC6-43C4-86E5-2FD04854885A}" destId="{2A215C15-2B0C-405F-B950-91C80FBB810D}" srcOrd="0" destOrd="0" presId="urn:microsoft.com/office/officeart/2005/8/layout/StepDownProcess"/>
    <dgm:cxn modelId="{956BF50D-F842-4F23-8D41-B515DFBBA1B1}" type="presParOf" srcId="{76B61BB3-7EC6-43C4-86E5-2FD04854885A}" destId="{FB50C0C0-9ADF-4309-B54F-97CE23B66FDB}" srcOrd="1" destOrd="0" presId="urn:microsoft.com/office/officeart/2005/8/layout/StepDownProcess"/>
    <dgm:cxn modelId="{14E79E7A-2F94-4596-BE93-CB01F5526404}" type="presParOf" srcId="{76B61BB3-7EC6-43C4-86E5-2FD04854885A}" destId="{C728E180-9C5A-43BF-BB79-E5BBB52EAC47}" srcOrd="2" destOrd="0" presId="urn:microsoft.com/office/officeart/2005/8/layout/StepDownProcess"/>
    <dgm:cxn modelId="{EC47B4B0-7E1E-46A3-977C-EA952BA28FBC}" type="presParOf" srcId="{8C140B84-0C5F-4E7D-8A1C-9F1E587B935D}" destId="{EF4DF7E6-6A61-4096-8706-E43E9E6D97E0}" srcOrd="1" destOrd="0" presId="urn:microsoft.com/office/officeart/2005/8/layout/StepDownProcess"/>
    <dgm:cxn modelId="{2942B15F-758C-443A-B12C-FA5FC0A4379D}" type="presParOf" srcId="{8C140B84-0C5F-4E7D-8A1C-9F1E587B935D}" destId="{87701746-D0FA-4981-9AD4-98AF6C34E2AF}" srcOrd="2" destOrd="0" presId="urn:microsoft.com/office/officeart/2005/8/layout/StepDownProcess"/>
    <dgm:cxn modelId="{D1EEBFA5-872B-484E-A039-303D314AD9E3}" type="presParOf" srcId="{87701746-D0FA-4981-9AD4-98AF6C34E2AF}" destId="{BB525B49-C3D0-4555-84B5-5742133D0973}" srcOrd="0" destOrd="0" presId="urn:microsoft.com/office/officeart/2005/8/layout/StepDownProcess"/>
    <dgm:cxn modelId="{3108FD02-ABF0-4522-9349-89E7539D67EB}" type="presParOf" srcId="{87701746-D0FA-4981-9AD4-98AF6C34E2AF}" destId="{15351D6A-61EF-401B-9187-307A27DC06DE}" srcOrd="1" destOrd="0" presId="urn:microsoft.com/office/officeart/2005/8/layout/StepDownProcess"/>
    <dgm:cxn modelId="{F7BBD790-D7F4-4297-9B13-89DE46750411}" type="presParOf" srcId="{87701746-D0FA-4981-9AD4-98AF6C34E2AF}" destId="{CB3E7D72-C45C-4491-8AEB-80E8019B17DE}" srcOrd="2" destOrd="0" presId="urn:microsoft.com/office/officeart/2005/8/layout/StepDownProcess"/>
    <dgm:cxn modelId="{0D7F74DD-449D-4B00-84A0-3EDAB2BC4B3C}" type="presParOf" srcId="{8C140B84-0C5F-4E7D-8A1C-9F1E587B935D}" destId="{C5872D7C-213F-4BC9-8179-98C65E62A9E0}" srcOrd="3" destOrd="0" presId="urn:microsoft.com/office/officeart/2005/8/layout/StepDownProcess"/>
    <dgm:cxn modelId="{2216359F-D883-4729-BC3D-002BC3DB660A}" type="presParOf" srcId="{8C140B84-0C5F-4E7D-8A1C-9F1E587B935D}" destId="{FA85340E-7C83-4ADF-BBF0-9B27679E28B1}" srcOrd="4" destOrd="0" presId="urn:microsoft.com/office/officeart/2005/8/layout/StepDownProcess"/>
    <dgm:cxn modelId="{BAE357E9-0D11-4040-9CF1-C9DB86073D4B}" type="presParOf" srcId="{FA85340E-7C83-4ADF-BBF0-9B27679E28B1}" destId="{F7FEEF2A-0277-4CD3-B55B-E90169EB55A5}" srcOrd="0" destOrd="0" presId="urn:microsoft.com/office/officeart/2005/8/layout/StepDownProcess"/>
    <dgm:cxn modelId="{9B537829-91C9-40EE-A27A-613CA73185BF}" type="presParOf" srcId="{FA85340E-7C83-4ADF-BBF0-9B27679E28B1}" destId="{C2C36998-6B2B-4377-9AA9-593FAB6AD4B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B8F080-F872-4C06-8C2C-EF9D5875F403}" type="doc">
      <dgm:prSet loTypeId="urn:microsoft.com/office/officeart/2009/3/layout/StepUp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EAD8E922-8538-42D5-9087-F6AE6CACABEB}">
      <dgm:prSet phldrT="[Text]" custT="1"/>
      <dgm:spPr/>
      <dgm:t>
        <a:bodyPr/>
        <a:lstStyle/>
        <a:p>
          <a:r>
            <a:rPr lang="en-US" sz="2800" dirty="0"/>
            <a:t>30 Day</a:t>
          </a:r>
          <a:endParaRPr lang="en-US" sz="3100" dirty="0"/>
        </a:p>
      </dgm:t>
    </dgm:pt>
    <dgm:pt modelId="{1F541998-10EF-45F7-8928-519E88330078}" type="parTrans" cxnId="{29D9967A-99AD-4602-84FC-3C4C04DCEDDC}">
      <dgm:prSet/>
      <dgm:spPr/>
      <dgm:t>
        <a:bodyPr/>
        <a:lstStyle/>
        <a:p>
          <a:endParaRPr lang="en-US"/>
        </a:p>
      </dgm:t>
    </dgm:pt>
    <dgm:pt modelId="{7A9E25C7-04AE-47DB-B92F-F2CCC06C2DD4}" type="sibTrans" cxnId="{29D9967A-99AD-4602-84FC-3C4C04DCEDDC}">
      <dgm:prSet/>
      <dgm:spPr/>
      <dgm:t>
        <a:bodyPr/>
        <a:lstStyle/>
        <a:p>
          <a:endParaRPr lang="en-US"/>
        </a:p>
      </dgm:t>
    </dgm:pt>
    <dgm:pt modelId="{9D9989D9-3522-46CB-BBEA-30F6C07FBCA2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600" dirty="0"/>
            <a:t>Set the baselines</a:t>
          </a:r>
        </a:p>
      </dgm:t>
    </dgm:pt>
    <dgm:pt modelId="{424DDEEB-5A7B-42C3-937C-3E2732E71F1D}" type="parTrans" cxnId="{884596BE-E029-4B68-88D9-DEFEA1475A9B}">
      <dgm:prSet/>
      <dgm:spPr/>
      <dgm:t>
        <a:bodyPr/>
        <a:lstStyle/>
        <a:p>
          <a:endParaRPr lang="en-US"/>
        </a:p>
      </dgm:t>
    </dgm:pt>
    <dgm:pt modelId="{A2E833CB-0B54-433F-8BF7-F87CA26169BD}" type="sibTrans" cxnId="{884596BE-E029-4B68-88D9-DEFEA1475A9B}">
      <dgm:prSet/>
      <dgm:spPr/>
      <dgm:t>
        <a:bodyPr/>
        <a:lstStyle/>
        <a:p>
          <a:endParaRPr lang="en-US"/>
        </a:p>
      </dgm:t>
    </dgm:pt>
    <dgm:pt modelId="{479F5FC8-9699-448F-B7F0-6F9F6E60E688}">
      <dgm:prSet phldrT="[Text]" custT="1"/>
      <dgm:spPr/>
      <dgm:t>
        <a:bodyPr/>
        <a:lstStyle/>
        <a:p>
          <a:r>
            <a:rPr lang="en-US" sz="2800" dirty="0"/>
            <a:t>60 Day</a:t>
          </a:r>
        </a:p>
      </dgm:t>
    </dgm:pt>
    <dgm:pt modelId="{BFCF634F-1BC5-451D-8C26-57FBF8CDB63A}" type="parTrans" cxnId="{A86178F2-05EE-4FD3-9877-8769143CDC9D}">
      <dgm:prSet/>
      <dgm:spPr/>
      <dgm:t>
        <a:bodyPr/>
        <a:lstStyle/>
        <a:p>
          <a:endParaRPr lang="en-US"/>
        </a:p>
      </dgm:t>
    </dgm:pt>
    <dgm:pt modelId="{7295F274-20A3-4495-8461-FF1C320FB2D1}" type="sibTrans" cxnId="{A86178F2-05EE-4FD3-9877-8769143CDC9D}">
      <dgm:prSet/>
      <dgm:spPr/>
      <dgm:t>
        <a:bodyPr/>
        <a:lstStyle/>
        <a:p>
          <a:endParaRPr lang="en-US"/>
        </a:p>
      </dgm:t>
    </dgm:pt>
    <dgm:pt modelId="{AC3098E8-609F-4032-AC38-448DE246CEE8}">
      <dgm:prSet phldrT="[Text]" custT="1"/>
      <dgm:spPr/>
      <dgm:t>
        <a:bodyPr/>
        <a:lstStyle/>
        <a:p>
          <a:pPr algn="l"/>
          <a:r>
            <a:rPr lang="en-US" sz="1600" dirty="0"/>
            <a:t>Define an action plan and deliver</a:t>
          </a:r>
        </a:p>
      </dgm:t>
    </dgm:pt>
    <dgm:pt modelId="{D4F8CE8A-70BE-4271-B1D2-3A78F9942327}" type="parTrans" cxnId="{53E95623-3C18-4109-B0F7-E568E3592730}">
      <dgm:prSet/>
      <dgm:spPr/>
      <dgm:t>
        <a:bodyPr/>
        <a:lstStyle/>
        <a:p>
          <a:endParaRPr lang="en-US"/>
        </a:p>
      </dgm:t>
    </dgm:pt>
    <dgm:pt modelId="{8C4B71E6-F38E-4B54-8F94-53C560A910DE}" type="sibTrans" cxnId="{53E95623-3C18-4109-B0F7-E568E3592730}">
      <dgm:prSet/>
      <dgm:spPr/>
      <dgm:t>
        <a:bodyPr/>
        <a:lstStyle/>
        <a:p>
          <a:endParaRPr lang="en-US"/>
        </a:p>
      </dgm:t>
    </dgm:pt>
    <dgm:pt modelId="{0EA769FE-CC67-4E0C-9874-C8BF48F780B8}">
      <dgm:prSet phldrT="[Text]" custT="1"/>
      <dgm:spPr/>
      <dgm:t>
        <a:bodyPr/>
        <a:lstStyle/>
        <a:p>
          <a:r>
            <a:rPr lang="en-US" sz="2800" dirty="0"/>
            <a:t>90 Day</a:t>
          </a:r>
        </a:p>
      </dgm:t>
    </dgm:pt>
    <dgm:pt modelId="{2C289FFC-54D9-4746-B2AE-69A826D86B71}" type="parTrans" cxnId="{23413C3D-CB2F-44DD-8B30-7B895963A0A7}">
      <dgm:prSet/>
      <dgm:spPr/>
      <dgm:t>
        <a:bodyPr/>
        <a:lstStyle/>
        <a:p>
          <a:endParaRPr lang="en-US"/>
        </a:p>
      </dgm:t>
    </dgm:pt>
    <dgm:pt modelId="{0DE8FB0B-41A2-4A14-9171-EDFE9CF3148E}" type="sibTrans" cxnId="{23413C3D-CB2F-44DD-8B30-7B895963A0A7}">
      <dgm:prSet/>
      <dgm:spPr/>
      <dgm:t>
        <a:bodyPr/>
        <a:lstStyle/>
        <a:p>
          <a:endParaRPr lang="en-US"/>
        </a:p>
      </dgm:t>
    </dgm:pt>
    <dgm:pt modelId="{A5C36911-4B1D-4A38-981C-DEC7666113E6}">
      <dgm:prSet phldrT="[Text]" custT="1"/>
      <dgm:spPr/>
      <dgm:t>
        <a:bodyPr/>
        <a:lstStyle/>
        <a:p>
          <a:pPr algn="l"/>
          <a:r>
            <a:rPr lang="en-US" sz="1600" dirty="0"/>
            <a:t>Short &amp; Long term Project Management</a:t>
          </a:r>
        </a:p>
      </dgm:t>
    </dgm:pt>
    <dgm:pt modelId="{4C5E1B1C-B25F-48B1-9159-AB23B68DED36}" type="parTrans" cxnId="{369E3232-0D0C-4FE5-BB20-89A50C41EF81}">
      <dgm:prSet/>
      <dgm:spPr/>
      <dgm:t>
        <a:bodyPr/>
        <a:lstStyle/>
        <a:p>
          <a:endParaRPr lang="en-US"/>
        </a:p>
      </dgm:t>
    </dgm:pt>
    <dgm:pt modelId="{070D499F-5385-448B-825D-648345B75ADA}" type="sibTrans" cxnId="{369E3232-0D0C-4FE5-BB20-89A50C41EF81}">
      <dgm:prSet/>
      <dgm:spPr/>
      <dgm:t>
        <a:bodyPr/>
        <a:lstStyle/>
        <a:p>
          <a:endParaRPr lang="en-US"/>
        </a:p>
      </dgm:t>
    </dgm:pt>
    <dgm:pt modelId="{BBF30567-F93C-4C4F-9982-54EF21FF65E4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600" dirty="0"/>
            <a:t>Understand Team &amp; Culture</a:t>
          </a:r>
        </a:p>
      </dgm:t>
    </dgm:pt>
    <dgm:pt modelId="{8ADDA4A9-A99F-405B-BE43-290A35866C97}" type="parTrans" cxnId="{69AA667F-41FA-4FAC-A93A-7813D2577049}">
      <dgm:prSet/>
      <dgm:spPr/>
      <dgm:t>
        <a:bodyPr/>
        <a:lstStyle/>
        <a:p>
          <a:endParaRPr lang="en-US"/>
        </a:p>
      </dgm:t>
    </dgm:pt>
    <dgm:pt modelId="{B623F400-6A36-4F5E-BB8B-2ADE79C46645}" type="sibTrans" cxnId="{69AA667F-41FA-4FAC-A93A-7813D2577049}">
      <dgm:prSet/>
      <dgm:spPr/>
      <dgm:t>
        <a:bodyPr/>
        <a:lstStyle/>
        <a:p>
          <a:endParaRPr lang="en-US"/>
        </a:p>
      </dgm:t>
    </dgm:pt>
    <dgm:pt modelId="{E2FCF9A1-F12B-4C91-A129-39CFAC75DA01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600" dirty="0"/>
            <a:t>Meet Team, Functions &amp; Stakeholders</a:t>
          </a:r>
        </a:p>
      </dgm:t>
    </dgm:pt>
    <dgm:pt modelId="{32C5C64A-2715-4DE5-AA5C-EF6409FEDB8C}" type="parTrans" cxnId="{333DDBE0-D177-4902-94DA-B880B5536C28}">
      <dgm:prSet/>
      <dgm:spPr/>
      <dgm:t>
        <a:bodyPr/>
        <a:lstStyle/>
        <a:p>
          <a:endParaRPr lang="en-US"/>
        </a:p>
      </dgm:t>
    </dgm:pt>
    <dgm:pt modelId="{F9ECC8B4-1016-4A37-83A3-1AAE59A5A950}" type="sibTrans" cxnId="{333DDBE0-D177-4902-94DA-B880B5536C28}">
      <dgm:prSet/>
      <dgm:spPr/>
      <dgm:t>
        <a:bodyPr/>
        <a:lstStyle/>
        <a:p>
          <a:endParaRPr lang="en-US"/>
        </a:p>
      </dgm:t>
    </dgm:pt>
    <dgm:pt modelId="{8418C86F-CB59-4735-84D6-5587B30CC996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US" sz="1600" dirty="0"/>
            <a:t>Learn Process, Procedures &amp; Policies</a:t>
          </a:r>
        </a:p>
      </dgm:t>
    </dgm:pt>
    <dgm:pt modelId="{B9279B78-AA13-497D-ACA2-2D04098BD767}" type="parTrans" cxnId="{995323B5-F019-43C5-8BF1-90E787FAD31D}">
      <dgm:prSet/>
      <dgm:spPr/>
      <dgm:t>
        <a:bodyPr/>
        <a:lstStyle/>
        <a:p>
          <a:endParaRPr lang="en-US"/>
        </a:p>
      </dgm:t>
    </dgm:pt>
    <dgm:pt modelId="{2EC521A7-B235-4B19-B5D7-913303EF596A}" type="sibTrans" cxnId="{995323B5-F019-43C5-8BF1-90E787FAD31D}">
      <dgm:prSet/>
      <dgm:spPr/>
      <dgm:t>
        <a:bodyPr/>
        <a:lstStyle/>
        <a:p>
          <a:endParaRPr lang="en-US"/>
        </a:p>
      </dgm:t>
    </dgm:pt>
    <dgm:pt modelId="{CFA28022-2A3F-4DBA-8239-EA9472F0FF64}">
      <dgm:prSet phldrT="[Text]" custT="1"/>
      <dgm:spPr/>
      <dgm:t>
        <a:bodyPr/>
        <a:lstStyle/>
        <a:p>
          <a:pPr algn="l"/>
          <a:r>
            <a:rPr lang="en-US" sz="1600" dirty="0"/>
            <a:t>Develop relationships with Teams, Functions &amp; Stakeholders</a:t>
          </a:r>
        </a:p>
      </dgm:t>
    </dgm:pt>
    <dgm:pt modelId="{436579EF-D869-423D-BAF6-C55658E162DC}" type="parTrans" cxnId="{58808AF0-049E-405D-9708-8764EA88A247}">
      <dgm:prSet/>
      <dgm:spPr/>
      <dgm:t>
        <a:bodyPr/>
        <a:lstStyle/>
        <a:p>
          <a:endParaRPr lang="en-US"/>
        </a:p>
      </dgm:t>
    </dgm:pt>
    <dgm:pt modelId="{A9D1B0C7-5BEB-48C8-ACD4-C2B589BF9667}" type="sibTrans" cxnId="{58808AF0-049E-405D-9708-8764EA88A247}">
      <dgm:prSet/>
      <dgm:spPr/>
      <dgm:t>
        <a:bodyPr/>
        <a:lstStyle/>
        <a:p>
          <a:endParaRPr lang="en-US"/>
        </a:p>
      </dgm:t>
    </dgm:pt>
    <dgm:pt modelId="{CE99E676-7DDB-41F9-AC5D-95539C8C7529}">
      <dgm:prSet phldrT="[Text]" custT="1"/>
      <dgm:spPr/>
      <dgm:t>
        <a:bodyPr/>
        <a:lstStyle/>
        <a:p>
          <a:pPr algn="l"/>
          <a:r>
            <a:rPr lang="en-US" sz="1600" dirty="0"/>
            <a:t>Adapt Processes, Procedures &amp; Policies</a:t>
          </a:r>
        </a:p>
      </dgm:t>
    </dgm:pt>
    <dgm:pt modelId="{A7E77F89-2101-42D5-B0FA-5073D148B1C0}" type="parTrans" cxnId="{A4A36B07-142F-4CF6-9A3B-94B2028E7521}">
      <dgm:prSet/>
      <dgm:spPr/>
      <dgm:t>
        <a:bodyPr/>
        <a:lstStyle/>
        <a:p>
          <a:endParaRPr lang="en-US"/>
        </a:p>
      </dgm:t>
    </dgm:pt>
    <dgm:pt modelId="{67CCDE63-6032-4294-AA92-9FE14595F13B}" type="sibTrans" cxnId="{A4A36B07-142F-4CF6-9A3B-94B2028E7521}">
      <dgm:prSet/>
      <dgm:spPr/>
      <dgm:t>
        <a:bodyPr/>
        <a:lstStyle/>
        <a:p>
          <a:endParaRPr lang="en-US"/>
        </a:p>
      </dgm:t>
    </dgm:pt>
    <dgm:pt modelId="{9A127D60-A3A8-4486-B93A-BAF4ABF4B46B}">
      <dgm:prSet phldrT="[Text]" custT="1"/>
      <dgm:spPr/>
      <dgm:t>
        <a:bodyPr/>
        <a:lstStyle/>
        <a:p>
          <a:pPr algn="l"/>
          <a:r>
            <a:rPr lang="en-US" sz="1600" dirty="0"/>
            <a:t>Push the Teams</a:t>
          </a:r>
        </a:p>
      </dgm:t>
    </dgm:pt>
    <dgm:pt modelId="{F64254C6-7F22-42AD-9BA6-2B80A525CC71}" type="parTrans" cxnId="{98A1C08C-065E-46C2-AB7B-624899F60D7C}">
      <dgm:prSet/>
      <dgm:spPr/>
      <dgm:t>
        <a:bodyPr/>
        <a:lstStyle/>
        <a:p>
          <a:endParaRPr lang="en-US"/>
        </a:p>
      </dgm:t>
    </dgm:pt>
    <dgm:pt modelId="{F3F564BE-F8CB-4C1A-86DB-E34C8A05D289}" type="sibTrans" cxnId="{98A1C08C-065E-46C2-AB7B-624899F60D7C}">
      <dgm:prSet/>
      <dgm:spPr/>
      <dgm:t>
        <a:bodyPr/>
        <a:lstStyle/>
        <a:p>
          <a:endParaRPr lang="en-US"/>
        </a:p>
      </dgm:t>
    </dgm:pt>
    <dgm:pt modelId="{514E2DC8-EF10-4B78-9696-D42FE8CB5FC3}">
      <dgm:prSet phldrT="[Text]" custT="1"/>
      <dgm:spPr/>
      <dgm:t>
        <a:bodyPr/>
        <a:lstStyle/>
        <a:p>
          <a:pPr algn="l"/>
          <a:r>
            <a:rPr lang="en-US" sz="1600" dirty="0"/>
            <a:t>Secure Teams, Functions &amp; Stakeholders</a:t>
          </a:r>
        </a:p>
      </dgm:t>
    </dgm:pt>
    <dgm:pt modelId="{B5DD2460-6A10-459A-82B5-EB7A7A94EDC3}" type="parTrans" cxnId="{0D67EEAD-019C-48FE-A08C-514BC57AB770}">
      <dgm:prSet/>
      <dgm:spPr/>
      <dgm:t>
        <a:bodyPr/>
        <a:lstStyle/>
        <a:p>
          <a:endParaRPr lang="en-US"/>
        </a:p>
      </dgm:t>
    </dgm:pt>
    <dgm:pt modelId="{40E19270-B56E-4F1A-9B9A-6EB28D2756BC}" type="sibTrans" cxnId="{0D67EEAD-019C-48FE-A08C-514BC57AB770}">
      <dgm:prSet/>
      <dgm:spPr/>
      <dgm:t>
        <a:bodyPr/>
        <a:lstStyle/>
        <a:p>
          <a:endParaRPr lang="en-US"/>
        </a:p>
      </dgm:t>
    </dgm:pt>
    <dgm:pt modelId="{53C0A117-1FBB-4BB1-8A0D-D036178B55E8}">
      <dgm:prSet phldrT="[Text]" custT="1"/>
      <dgm:spPr/>
      <dgm:t>
        <a:bodyPr/>
        <a:lstStyle/>
        <a:p>
          <a:pPr algn="l"/>
          <a:endParaRPr lang="en-US" sz="1600" dirty="0"/>
        </a:p>
      </dgm:t>
    </dgm:pt>
    <dgm:pt modelId="{93492156-B788-4775-8F42-0C3ADEDCC0F2}" type="parTrans" cxnId="{21190D69-D6F2-4F94-BCB1-3A23F30C8284}">
      <dgm:prSet/>
      <dgm:spPr/>
      <dgm:t>
        <a:bodyPr/>
        <a:lstStyle/>
        <a:p>
          <a:endParaRPr lang="en-US"/>
        </a:p>
      </dgm:t>
    </dgm:pt>
    <dgm:pt modelId="{48295967-15E8-4D73-9DD9-2A7C1456DBB1}" type="sibTrans" cxnId="{21190D69-D6F2-4F94-BCB1-3A23F30C8284}">
      <dgm:prSet/>
      <dgm:spPr/>
      <dgm:t>
        <a:bodyPr/>
        <a:lstStyle/>
        <a:p>
          <a:endParaRPr lang="en-US"/>
        </a:p>
      </dgm:t>
    </dgm:pt>
    <dgm:pt modelId="{018618F8-CF2F-4FDD-A40E-E621AEEDDEDD}">
      <dgm:prSet phldrT="[Text]" custT="1"/>
      <dgm:spPr/>
      <dgm:t>
        <a:bodyPr/>
        <a:lstStyle/>
        <a:p>
          <a:pPr algn="l"/>
          <a:r>
            <a:rPr lang="en-US" sz="1600" dirty="0"/>
            <a:t>Optimize Processes &amp; review Procedures &amp; Policies</a:t>
          </a:r>
        </a:p>
      </dgm:t>
    </dgm:pt>
    <dgm:pt modelId="{AACBA3A4-8742-4503-BF7C-049F92872BA9}" type="parTrans" cxnId="{05E7400A-D46F-44FF-8D8B-417C3014E567}">
      <dgm:prSet/>
      <dgm:spPr/>
      <dgm:t>
        <a:bodyPr/>
        <a:lstStyle/>
        <a:p>
          <a:endParaRPr lang="en-US"/>
        </a:p>
      </dgm:t>
    </dgm:pt>
    <dgm:pt modelId="{8A2BA731-051C-4D6D-AFFD-FF09177BB26D}" type="sibTrans" cxnId="{05E7400A-D46F-44FF-8D8B-417C3014E567}">
      <dgm:prSet/>
      <dgm:spPr/>
      <dgm:t>
        <a:bodyPr/>
        <a:lstStyle/>
        <a:p>
          <a:endParaRPr lang="en-US"/>
        </a:p>
      </dgm:t>
    </dgm:pt>
    <dgm:pt modelId="{4276662E-9A66-40A5-9CF6-3943188525F0}" type="pres">
      <dgm:prSet presAssocID="{62B8F080-F872-4C06-8C2C-EF9D5875F403}" presName="rootnode" presStyleCnt="0">
        <dgm:presLayoutVars>
          <dgm:chMax/>
          <dgm:chPref/>
          <dgm:dir/>
          <dgm:animLvl val="lvl"/>
        </dgm:presLayoutVars>
      </dgm:prSet>
      <dgm:spPr/>
    </dgm:pt>
    <dgm:pt modelId="{29FB65FC-9457-4FD4-9548-EC7AB4786B97}" type="pres">
      <dgm:prSet presAssocID="{EAD8E922-8538-42D5-9087-F6AE6CACABEB}" presName="composite" presStyleCnt="0"/>
      <dgm:spPr/>
    </dgm:pt>
    <dgm:pt modelId="{023ECE06-B7FD-4D72-8CB0-D80630E3FCAA}" type="pres">
      <dgm:prSet presAssocID="{EAD8E922-8538-42D5-9087-F6AE6CACABEB}" presName="LShape" presStyleLbl="alignNode1" presStyleIdx="0" presStyleCnt="5"/>
      <dgm:spPr/>
    </dgm:pt>
    <dgm:pt modelId="{B8FF183A-1967-48F7-87B0-35E314FE8D82}" type="pres">
      <dgm:prSet presAssocID="{EAD8E922-8538-42D5-9087-F6AE6CACABEB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4CAFDC2D-8F4D-4F83-A17A-4FF852BD122A}" type="pres">
      <dgm:prSet presAssocID="{EAD8E922-8538-42D5-9087-F6AE6CACABEB}" presName="Triangle" presStyleLbl="alignNode1" presStyleIdx="1" presStyleCnt="5"/>
      <dgm:spPr/>
    </dgm:pt>
    <dgm:pt modelId="{E502D9DF-C2EF-48F1-8C3E-73C19E3DAF22}" type="pres">
      <dgm:prSet presAssocID="{7A9E25C7-04AE-47DB-B92F-F2CCC06C2DD4}" presName="sibTrans" presStyleCnt="0"/>
      <dgm:spPr/>
    </dgm:pt>
    <dgm:pt modelId="{DB9D334E-4797-4BD5-B67D-56B60225A23C}" type="pres">
      <dgm:prSet presAssocID="{7A9E25C7-04AE-47DB-B92F-F2CCC06C2DD4}" presName="space" presStyleCnt="0"/>
      <dgm:spPr/>
    </dgm:pt>
    <dgm:pt modelId="{B9F5E759-DD0A-4BB6-8506-EFC9AF2AA618}" type="pres">
      <dgm:prSet presAssocID="{479F5FC8-9699-448F-B7F0-6F9F6E60E688}" presName="composite" presStyleCnt="0"/>
      <dgm:spPr/>
    </dgm:pt>
    <dgm:pt modelId="{ABBF586C-F799-4FCF-8D46-3A608F57DA53}" type="pres">
      <dgm:prSet presAssocID="{479F5FC8-9699-448F-B7F0-6F9F6E60E688}" presName="LShape" presStyleLbl="alignNode1" presStyleIdx="2" presStyleCnt="5"/>
      <dgm:spPr/>
    </dgm:pt>
    <dgm:pt modelId="{E5391E36-E584-47C7-B6AE-985C41455CBB}" type="pres">
      <dgm:prSet presAssocID="{479F5FC8-9699-448F-B7F0-6F9F6E60E688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EEFE7F9-07B1-4355-8DBF-96719E305443}" type="pres">
      <dgm:prSet presAssocID="{479F5FC8-9699-448F-B7F0-6F9F6E60E688}" presName="Triangle" presStyleLbl="alignNode1" presStyleIdx="3" presStyleCnt="5"/>
      <dgm:spPr/>
    </dgm:pt>
    <dgm:pt modelId="{1C76824C-7168-47D5-8990-D2DC6378605A}" type="pres">
      <dgm:prSet presAssocID="{7295F274-20A3-4495-8461-FF1C320FB2D1}" presName="sibTrans" presStyleCnt="0"/>
      <dgm:spPr/>
    </dgm:pt>
    <dgm:pt modelId="{AA447BA1-FE21-4EE8-B14F-1D7A75D981F4}" type="pres">
      <dgm:prSet presAssocID="{7295F274-20A3-4495-8461-FF1C320FB2D1}" presName="space" presStyleCnt="0"/>
      <dgm:spPr/>
    </dgm:pt>
    <dgm:pt modelId="{42A7B5E7-FA27-4F14-B450-7A0EB4602310}" type="pres">
      <dgm:prSet presAssocID="{0EA769FE-CC67-4E0C-9874-C8BF48F780B8}" presName="composite" presStyleCnt="0"/>
      <dgm:spPr/>
    </dgm:pt>
    <dgm:pt modelId="{1D062ED9-B5CB-4978-B9FD-1D2ED14BDA37}" type="pres">
      <dgm:prSet presAssocID="{0EA769FE-CC67-4E0C-9874-C8BF48F780B8}" presName="LShape" presStyleLbl="alignNode1" presStyleIdx="4" presStyleCnt="5"/>
      <dgm:spPr/>
    </dgm:pt>
    <dgm:pt modelId="{B8B117AC-3FD0-4A49-95C3-C5E0C903FFE4}" type="pres">
      <dgm:prSet presAssocID="{0EA769FE-CC67-4E0C-9874-C8BF48F780B8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4A36B07-142F-4CF6-9A3B-94B2028E7521}" srcId="{479F5FC8-9699-448F-B7F0-6F9F6E60E688}" destId="{CE99E676-7DDB-41F9-AC5D-95539C8C7529}" srcOrd="2" destOrd="0" parTransId="{A7E77F89-2101-42D5-B0FA-5073D148B1C0}" sibTransId="{67CCDE63-6032-4294-AA92-9FE14595F13B}"/>
    <dgm:cxn modelId="{46089807-F178-488B-BD33-1542E2F3CB70}" type="presOf" srcId="{CFA28022-2A3F-4DBA-8239-EA9472F0FF64}" destId="{E5391E36-E584-47C7-B6AE-985C41455CBB}" srcOrd="0" destOrd="2" presId="urn:microsoft.com/office/officeart/2009/3/layout/StepUpProcess"/>
    <dgm:cxn modelId="{05E7400A-D46F-44FF-8D8B-417C3014E567}" srcId="{0EA769FE-CC67-4E0C-9874-C8BF48F780B8}" destId="{018618F8-CF2F-4FDD-A40E-E621AEEDDEDD}" srcOrd="3" destOrd="0" parTransId="{AACBA3A4-8742-4503-BF7C-049F92872BA9}" sibTransId="{8A2BA731-051C-4D6D-AFFD-FF09177BB26D}"/>
    <dgm:cxn modelId="{8BF8CE0D-3889-4B21-8CEF-422FD4FAE730}" type="presOf" srcId="{CE99E676-7DDB-41F9-AC5D-95539C8C7529}" destId="{E5391E36-E584-47C7-B6AE-985C41455CBB}" srcOrd="0" destOrd="3" presId="urn:microsoft.com/office/officeart/2009/3/layout/StepUpProcess"/>
    <dgm:cxn modelId="{E17BAF1F-4C30-4A4C-A832-CB290150D40A}" type="presOf" srcId="{8418C86F-CB59-4735-84D6-5587B30CC996}" destId="{B8FF183A-1967-48F7-87B0-35E314FE8D82}" srcOrd="0" destOrd="4" presId="urn:microsoft.com/office/officeart/2009/3/layout/StepUpProcess"/>
    <dgm:cxn modelId="{53E95623-3C18-4109-B0F7-E568E3592730}" srcId="{479F5FC8-9699-448F-B7F0-6F9F6E60E688}" destId="{AC3098E8-609F-4032-AC38-448DE246CEE8}" srcOrd="0" destOrd="0" parTransId="{D4F8CE8A-70BE-4271-B1D2-3A78F9942327}" sibTransId="{8C4B71E6-F38E-4B54-8F94-53C560A910DE}"/>
    <dgm:cxn modelId="{0E31462B-1B0D-4552-BB95-49EE8810B1F0}" type="presOf" srcId="{EAD8E922-8538-42D5-9087-F6AE6CACABEB}" destId="{B8FF183A-1967-48F7-87B0-35E314FE8D82}" srcOrd="0" destOrd="0" presId="urn:microsoft.com/office/officeart/2009/3/layout/StepUpProcess"/>
    <dgm:cxn modelId="{0A74802F-BCE8-4A20-8711-7B02A27C8CA3}" type="presOf" srcId="{E2FCF9A1-F12B-4C91-A129-39CFAC75DA01}" destId="{B8FF183A-1967-48F7-87B0-35E314FE8D82}" srcOrd="0" destOrd="3" presId="urn:microsoft.com/office/officeart/2009/3/layout/StepUpProcess"/>
    <dgm:cxn modelId="{369E3232-0D0C-4FE5-BB20-89A50C41EF81}" srcId="{0EA769FE-CC67-4E0C-9874-C8BF48F780B8}" destId="{A5C36911-4B1D-4A38-981C-DEC7666113E6}" srcOrd="0" destOrd="0" parTransId="{4C5E1B1C-B25F-48B1-9159-AB23B68DED36}" sibTransId="{070D499F-5385-448B-825D-648345B75ADA}"/>
    <dgm:cxn modelId="{23413C3D-CB2F-44DD-8B30-7B895963A0A7}" srcId="{62B8F080-F872-4C06-8C2C-EF9D5875F403}" destId="{0EA769FE-CC67-4E0C-9874-C8BF48F780B8}" srcOrd="2" destOrd="0" parTransId="{2C289FFC-54D9-4746-B2AE-69A826D86B71}" sibTransId="{0DE8FB0B-41A2-4A14-9171-EDFE9CF3148E}"/>
    <dgm:cxn modelId="{21190D69-D6F2-4F94-BCB1-3A23F30C8284}" srcId="{0EA769FE-CC67-4E0C-9874-C8BF48F780B8}" destId="{53C0A117-1FBB-4BB1-8A0D-D036178B55E8}" srcOrd="4" destOrd="0" parTransId="{93492156-B788-4775-8F42-0C3ADEDCC0F2}" sibTransId="{48295967-15E8-4D73-9DD9-2A7C1456DBB1}"/>
    <dgm:cxn modelId="{1FB7CD6A-26BA-4FF8-9F4B-14A28AFF085A}" type="presOf" srcId="{62B8F080-F872-4C06-8C2C-EF9D5875F403}" destId="{4276662E-9A66-40A5-9CF6-3943188525F0}" srcOrd="0" destOrd="0" presId="urn:microsoft.com/office/officeart/2009/3/layout/StepUpProcess"/>
    <dgm:cxn modelId="{FCF32B4F-EAB9-45B8-AAE6-2430C71817CC}" type="presOf" srcId="{BBF30567-F93C-4C4F-9982-54EF21FF65E4}" destId="{B8FF183A-1967-48F7-87B0-35E314FE8D82}" srcOrd="0" destOrd="2" presId="urn:microsoft.com/office/officeart/2009/3/layout/StepUpProcess"/>
    <dgm:cxn modelId="{29D9967A-99AD-4602-84FC-3C4C04DCEDDC}" srcId="{62B8F080-F872-4C06-8C2C-EF9D5875F403}" destId="{EAD8E922-8538-42D5-9087-F6AE6CACABEB}" srcOrd="0" destOrd="0" parTransId="{1F541998-10EF-45F7-8928-519E88330078}" sibTransId="{7A9E25C7-04AE-47DB-B92F-F2CCC06C2DD4}"/>
    <dgm:cxn modelId="{69AA667F-41FA-4FAC-A93A-7813D2577049}" srcId="{EAD8E922-8538-42D5-9087-F6AE6CACABEB}" destId="{BBF30567-F93C-4C4F-9982-54EF21FF65E4}" srcOrd="1" destOrd="0" parTransId="{8ADDA4A9-A99F-405B-BE43-290A35866C97}" sibTransId="{B623F400-6A36-4F5E-BB8B-2ADE79C46645}"/>
    <dgm:cxn modelId="{4A7CCF85-4CA5-4905-9D49-17F140C19A21}" type="presOf" srcId="{018618F8-CF2F-4FDD-A40E-E621AEEDDEDD}" destId="{B8B117AC-3FD0-4A49-95C3-C5E0C903FFE4}" srcOrd="0" destOrd="4" presId="urn:microsoft.com/office/officeart/2009/3/layout/StepUpProcess"/>
    <dgm:cxn modelId="{10E83588-46A2-4F22-A3A3-AD9440215DFB}" type="presOf" srcId="{AC3098E8-609F-4032-AC38-448DE246CEE8}" destId="{E5391E36-E584-47C7-B6AE-985C41455CBB}" srcOrd="0" destOrd="1" presId="urn:microsoft.com/office/officeart/2009/3/layout/StepUpProcess"/>
    <dgm:cxn modelId="{98A1C08C-065E-46C2-AB7B-624899F60D7C}" srcId="{0EA769FE-CC67-4E0C-9874-C8BF48F780B8}" destId="{9A127D60-A3A8-4486-B93A-BAF4ABF4B46B}" srcOrd="1" destOrd="0" parTransId="{F64254C6-7F22-42AD-9BA6-2B80A525CC71}" sibTransId="{F3F564BE-F8CB-4C1A-86DB-E34C8A05D289}"/>
    <dgm:cxn modelId="{AB44F495-BF00-42DE-97E2-6EB3606236A2}" type="presOf" srcId="{9D9989D9-3522-46CB-BBEA-30F6C07FBCA2}" destId="{B8FF183A-1967-48F7-87B0-35E314FE8D82}" srcOrd="0" destOrd="1" presId="urn:microsoft.com/office/officeart/2009/3/layout/StepUpProcess"/>
    <dgm:cxn modelId="{F146DC9E-984C-4E09-BBA8-4F4A58EDBA75}" type="presOf" srcId="{9A127D60-A3A8-4486-B93A-BAF4ABF4B46B}" destId="{B8B117AC-3FD0-4A49-95C3-C5E0C903FFE4}" srcOrd="0" destOrd="2" presId="urn:microsoft.com/office/officeart/2009/3/layout/StepUpProcess"/>
    <dgm:cxn modelId="{0D67EEAD-019C-48FE-A08C-514BC57AB770}" srcId="{0EA769FE-CC67-4E0C-9874-C8BF48F780B8}" destId="{514E2DC8-EF10-4B78-9696-D42FE8CB5FC3}" srcOrd="2" destOrd="0" parTransId="{B5DD2460-6A10-459A-82B5-EB7A7A94EDC3}" sibTransId="{40E19270-B56E-4F1A-9B9A-6EB28D2756BC}"/>
    <dgm:cxn modelId="{995323B5-F019-43C5-8BF1-90E787FAD31D}" srcId="{EAD8E922-8538-42D5-9087-F6AE6CACABEB}" destId="{8418C86F-CB59-4735-84D6-5587B30CC996}" srcOrd="3" destOrd="0" parTransId="{B9279B78-AA13-497D-ACA2-2D04098BD767}" sibTransId="{2EC521A7-B235-4B19-B5D7-913303EF596A}"/>
    <dgm:cxn modelId="{B8D56ABD-647A-4475-8A8C-243973CE5E9A}" type="presOf" srcId="{0EA769FE-CC67-4E0C-9874-C8BF48F780B8}" destId="{B8B117AC-3FD0-4A49-95C3-C5E0C903FFE4}" srcOrd="0" destOrd="0" presId="urn:microsoft.com/office/officeart/2009/3/layout/StepUpProcess"/>
    <dgm:cxn modelId="{884596BE-E029-4B68-88D9-DEFEA1475A9B}" srcId="{EAD8E922-8538-42D5-9087-F6AE6CACABEB}" destId="{9D9989D9-3522-46CB-BBEA-30F6C07FBCA2}" srcOrd="0" destOrd="0" parTransId="{424DDEEB-5A7B-42C3-937C-3E2732E71F1D}" sibTransId="{A2E833CB-0B54-433F-8BF7-F87CA26169BD}"/>
    <dgm:cxn modelId="{78D8B4BE-0B48-4BDC-9CC3-E05C53AE4089}" type="presOf" srcId="{A5C36911-4B1D-4A38-981C-DEC7666113E6}" destId="{B8B117AC-3FD0-4A49-95C3-C5E0C903FFE4}" srcOrd="0" destOrd="1" presId="urn:microsoft.com/office/officeart/2009/3/layout/StepUpProcess"/>
    <dgm:cxn modelId="{323A0CC4-91C4-455D-94CE-D2D40BB4A871}" type="presOf" srcId="{514E2DC8-EF10-4B78-9696-D42FE8CB5FC3}" destId="{B8B117AC-3FD0-4A49-95C3-C5E0C903FFE4}" srcOrd="0" destOrd="3" presId="urn:microsoft.com/office/officeart/2009/3/layout/StepUpProcess"/>
    <dgm:cxn modelId="{333DDBE0-D177-4902-94DA-B880B5536C28}" srcId="{EAD8E922-8538-42D5-9087-F6AE6CACABEB}" destId="{E2FCF9A1-F12B-4C91-A129-39CFAC75DA01}" srcOrd="2" destOrd="0" parTransId="{32C5C64A-2715-4DE5-AA5C-EF6409FEDB8C}" sibTransId="{F9ECC8B4-1016-4A37-83A3-1AAE59A5A950}"/>
    <dgm:cxn modelId="{58808AF0-049E-405D-9708-8764EA88A247}" srcId="{479F5FC8-9699-448F-B7F0-6F9F6E60E688}" destId="{CFA28022-2A3F-4DBA-8239-EA9472F0FF64}" srcOrd="1" destOrd="0" parTransId="{436579EF-D869-423D-BAF6-C55658E162DC}" sibTransId="{A9D1B0C7-5BEB-48C8-ACD4-C2B589BF9667}"/>
    <dgm:cxn modelId="{A86178F2-05EE-4FD3-9877-8769143CDC9D}" srcId="{62B8F080-F872-4C06-8C2C-EF9D5875F403}" destId="{479F5FC8-9699-448F-B7F0-6F9F6E60E688}" srcOrd="1" destOrd="0" parTransId="{BFCF634F-1BC5-451D-8C26-57FBF8CDB63A}" sibTransId="{7295F274-20A3-4495-8461-FF1C320FB2D1}"/>
    <dgm:cxn modelId="{D95F03FD-10EB-4BA0-BE39-496EF770BA57}" type="presOf" srcId="{53C0A117-1FBB-4BB1-8A0D-D036178B55E8}" destId="{B8B117AC-3FD0-4A49-95C3-C5E0C903FFE4}" srcOrd="0" destOrd="5" presId="urn:microsoft.com/office/officeart/2009/3/layout/StepUpProcess"/>
    <dgm:cxn modelId="{B81A52FE-C492-44D7-A4CD-8BC6A1EB15C3}" type="presOf" srcId="{479F5FC8-9699-448F-B7F0-6F9F6E60E688}" destId="{E5391E36-E584-47C7-B6AE-985C41455CBB}" srcOrd="0" destOrd="0" presId="urn:microsoft.com/office/officeart/2009/3/layout/StepUpProcess"/>
    <dgm:cxn modelId="{79E1274D-0E2E-4C24-BE32-88F71E4A7559}" type="presParOf" srcId="{4276662E-9A66-40A5-9CF6-3943188525F0}" destId="{29FB65FC-9457-4FD4-9548-EC7AB4786B97}" srcOrd="0" destOrd="0" presId="urn:microsoft.com/office/officeart/2009/3/layout/StepUpProcess"/>
    <dgm:cxn modelId="{8D2E8EFD-A42F-4B4B-80E4-658702ADEFED}" type="presParOf" srcId="{29FB65FC-9457-4FD4-9548-EC7AB4786B97}" destId="{023ECE06-B7FD-4D72-8CB0-D80630E3FCAA}" srcOrd="0" destOrd="0" presId="urn:microsoft.com/office/officeart/2009/3/layout/StepUpProcess"/>
    <dgm:cxn modelId="{3110FDC9-2712-44E0-91CA-72B103699C0F}" type="presParOf" srcId="{29FB65FC-9457-4FD4-9548-EC7AB4786B97}" destId="{B8FF183A-1967-48F7-87B0-35E314FE8D82}" srcOrd="1" destOrd="0" presId="urn:microsoft.com/office/officeart/2009/3/layout/StepUpProcess"/>
    <dgm:cxn modelId="{A2DA24C9-B3D4-4C4F-BC44-ACB3AC24E688}" type="presParOf" srcId="{29FB65FC-9457-4FD4-9548-EC7AB4786B97}" destId="{4CAFDC2D-8F4D-4F83-A17A-4FF852BD122A}" srcOrd="2" destOrd="0" presId="urn:microsoft.com/office/officeart/2009/3/layout/StepUpProcess"/>
    <dgm:cxn modelId="{24522E6E-309D-41A1-A2FC-3878691B9790}" type="presParOf" srcId="{4276662E-9A66-40A5-9CF6-3943188525F0}" destId="{E502D9DF-C2EF-48F1-8C3E-73C19E3DAF22}" srcOrd="1" destOrd="0" presId="urn:microsoft.com/office/officeart/2009/3/layout/StepUpProcess"/>
    <dgm:cxn modelId="{FB38278D-D928-4D6A-8D41-CE13C92AC883}" type="presParOf" srcId="{E502D9DF-C2EF-48F1-8C3E-73C19E3DAF22}" destId="{DB9D334E-4797-4BD5-B67D-56B60225A23C}" srcOrd="0" destOrd="0" presId="urn:microsoft.com/office/officeart/2009/3/layout/StepUpProcess"/>
    <dgm:cxn modelId="{81C52198-5BA8-4681-BAB7-3B85F69810C7}" type="presParOf" srcId="{4276662E-9A66-40A5-9CF6-3943188525F0}" destId="{B9F5E759-DD0A-4BB6-8506-EFC9AF2AA618}" srcOrd="2" destOrd="0" presId="urn:microsoft.com/office/officeart/2009/3/layout/StepUpProcess"/>
    <dgm:cxn modelId="{F7FDBCEE-7B09-4DD3-883B-FA1FC98616E2}" type="presParOf" srcId="{B9F5E759-DD0A-4BB6-8506-EFC9AF2AA618}" destId="{ABBF586C-F799-4FCF-8D46-3A608F57DA53}" srcOrd="0" destOrd="0" presId="urn:microsoft.com/office/officeart/2009/3/layout/StepUpProcess"/>
    <dgm:cxn modelId="{2BE4BC3E-B6F0-41BD-96A1-DE11D71C03DF}" type="presParOf" srcId="{B9F5E759-DD0A-4BB6-8506-EFC9AF2AA618}" destId="{E5391E36-E584-47C7-B6AE-985C41455CBB}" srcOrd="1" destOrd="0" presId="urn:microsoft.com/office/officeart/2009/3/layout/StepUpProcess"/>
    <dgm:cxn modelId="{26D95E2C-52A6-4355-BC4B-F90C4053E950}" type="presParOf" srcId="{B9F5E759-DD0A-4BB6-8506-EFC9AF2AA618}" destId="{6EEFE7F9-07B1-4355-8DBF-96719E305443}" srcOrd="2" destOrd="0" presId="urn:microsoft.com/office/officeart/2009/3/layout/StepUpProcess"/>
    <dgm:cxn modelId="{E363693A-3CC2-423A-82D4-AB4591818177}" type="presParOf" srcId="{4276662E-9A66-40A5-9CF6-3943188525F0}" destId="{1C76824C-7168-47D5-8990-D2DC6378605A}" srcOrd="3" destOrd="0" presId="urn:microsoft.com/office/officeart/2009/3/layout/StepUpProcess"/>
    <dgm:cxn modelId="{0CCBD6E0-49C6-49DA-8318-7C7BF12967A5}" type="presParOf" srcId="{1C76824C-7168-47D5-8990-D2DC6378605A}" destId="{AA447BA1-FE21-4EE8-B14F-1D7A75D981F4}" srcOrd="0" destOrd="0" presId="urn:microsoft.com/office/officeart/2009/3/layout/StepUpProcess"/>
    <dgm:cxn modelId="{8AE94822-BDD6-4DFF-B3F7-236E97FC4FF2}" type="presParOf" srcId="{4276662E-9A66-40A5-9CF6-3943188525F0}" destId="{42A7B5E7-FA27-4F14-B450-7A0EB4602310}" srcOrd="4" destOrd="0" presId="urn:microsoft.com/office/officeart/2009/3/layout/StepUpProcess"/>
    <dgm:cxn modelId="{B5EA0CC5-2ED0-4A3D-87F4-9B9C8ACF5926}" type="presParOf" srcId="{42A7B5E7-FA27-4F14-B450-7A0EB4602310}" destId="{1D062ED9-B5CB-4978-B9FD-1D2ED14BDA37}" srcOrd="0" destOrd="0" presId="urn:microsoft.com/office/officeart/2009/3/layout/StepUpProcess"/>
    <dgm:cxn modelId="{8363ED86-FD40-4733-94E3-A0076523BBB6}" type="presParOf" srcId="{42A7B5E7-FA27-4F14-B450-7A0EB4602310}" destId="{B8B117AC-3FD0-4A49-95C3-C5E0C903FFE4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5A8144-6F2E-4274-AD25-1B22DD7F7E23}" type="doc">
      <dgm:prSet loTypeId="urn:microsoft.com/office/officeart/2005/8/layout/hProcess9" loCatId="process" qsTypeId="urn:microsoft.com/office/officeart/2005/8/quickstyle/simple1" qsCatId="simple" csTypeId="urn:microsoft.com/office/officeart/2005/8/colors/accent2_1" csCatId="accent2" phldr="1"/>
      <dgm:spPr/>
    </dgm:pt>
    <dgm:pt modelId="{6B628907-00FA-430E-95E3-546E463D795E}">
      <dgm:prSet phldrT="[Text]"/>
      <dgm:spPr/>
      <dgm:t>
        <a:bodyPr/>
        <a:lstStyle/>
        <a:p>
          <a:r>
            <a:rPr lang="en-US" dirty="0"/>
            <a:t>Analyze the current situation</a:t>
          </a:r>
        </a:p>
      </dgm:t>
    </dgm:pt>
    <dgm:pt modelId="{0F137A99-76F0-411F-97A3-FA327A847542}" type="parTrans" cxnId="{0BE78AB1-D62B-4C5B-A4C4-BE5209E04BCB}">
      <dgm:prSet/>
      <dgm:spPr/>
      <dgm:t>
        <a:bodyPr/>
        <a:lstStyle/>
        <a:p>
          <a:endParaRPr lang="en-US"/>
        </a:p>
      </dgm:t>
    </dgm:pt>
    <dgm:pt modelId="{129FE88D-19A2-42C7-8405-1BB30782E29D}" type="sibTrans" cxnId="{0BE78AB1-D62B-4C5B-A4C4-BE5209E04BCB}">
      <dgm:prSet/>
      <dgm:spPr/>
      <dgm:t>
        <a:bodyPr/>
        <a:lstStyle/>
        <a:p>
          <a:endParaRPr lang="en-US"/>
        </a:p>
      </dgm:t>
    </dgm:pt>
    <dgm:pt modelId="{1907715F-79A2-44BA-ABAF-AD585396CF62}">
      <dgm:prSet phldrT="[Text]"/>
      <dgm:spPr/>
      <dgm:t>
        <a:bodyPr/>
        <a:lstStyle/>
        <a:p>
          <a:r>
            <a:rPr lang="en-US" dirty="0"/>
            <a:t>Meet Customers</a:t>
          </a:r>
        </a:p>
      </dgm:t>
    </dgm:pt>
    <dgm:pt modelId="{8642AC9B-7FC2-40AC-840C-26C602AF9C6A}" type="parTrans" cxnId="{A4472CF8-257D-43A7-867B-6C3D44BB898F}">
      <dgm:prSet/>
      <dgm:spPr/>
      <dgm:t>
        <a:bodyPr/>
        <a:lstStyle/>
        <a:p>
          <a:endParaRPr lang="en-US"/>
        </a:p>
      </dgm:t>
    </dgm:pt>
    <dgm:pt modelId="{F70DD87E-1859-4E8F-9173-CF8C2C407F39}" type="sibTrans" cxnId="{A4472CF8-257D-43A7-867B-6C3D44BB898F}">
      <dgm:prSet/>
      <dgm:spPr/>
      <dgm:t>
        <a:bodyPr/>
        <a:lstStyle/>
        <a:p>
          <a:endParaRPr lang="en-US"/>
        </a:p>
      </dgm:t>
    </dgm:pt>
    <dgm:pt modelId="{E233EE29-C849-4E9C-90C3-675EEBAED011}">
      <dgm:prSet phldrT="[Text]"/>
      <dgm:spPr/>
      <dgm:t>
        <a:bodyPr/>
        <a:lstStyle/>
        <a:p>
          <a:r>
            <a:rPr lang="en-US" dirty="0"/>
            <a:t>Secure early wins meaningful to the team</a:t>
          </a:r>
        </a:p>
      </dgm:t>
    </dgm:pt>
    <dgm:pt modelId="{324F07CA-4DE2-48C1-8B14-A4D92DDA9767}" type="parTrans" cxnId="{2A919C16-B609-4C54-976E-11852282BE27}">
      <dgm:prSet/>
      <dgm:spPr/>
      <dgm:t>
        <a:bodyPr/>
        <a:lstStyle/>
        <a:p>
          <a:endParaRPr lang="en-US"/>
        </a:p>
      </dgm:t>
    </dgm:pt>
    <dgm:pt modelId="{E5996F08-07BD-424C-A7E3-4B1F15AE8F80}" type="sibTrans" cxnId="{2A919C16-B609-4C54-976E-11852282BE27}">
      <dgm:prSet/>
      <dgm:spPr/>
      <dgm:t>
        <a:bodyPr/>
        <a:lstStyle/>
        <a:p>
          <a:endParaRPr lang="en-US"/>
        </a:p>
      </dgm:t>
    </dgm:pt>
    <dgm:pt modelId="{10731BF9-4F61-4760-9E51-9F80C882FC46}">
      <dgm:prSet phldrT="[Text]"/>
      <dgm:spPr/>
      <dgm:t>
        <a:bodyPr/>
        <a:lstStyle/>
        <a:p>
          <a:r>
            <a:rPr lang="en-US" dirty="0"/>
            <a:t>Get current status</a:t>
          </a:r>
        </a:p>
      </dgm:t>
    </dgm:pt>
    <dgm:pt modelId="{C47AFD32-BCBE-4C67-AFC4-1EB9695D2A4E}" type="parTrans" cxnId="{702C9D39-E4F6-4E94-AA07-18FE649A9EAF}">
      <dgm:prSet/>
      <dgm:spPr/>
      <dgm:t>
        <a:bodyPr/>
        <a:lstStyle/>
        <a:p>
          <a:endParaRPr lang="en-US"/>
        </a:p>
      </dgm:t>
    </dgm:pt>
    <dgm:pt modelId="{556D5772-8D51-4D3E-9A80-70E93361A98A}" type="sibTrans" cxnId="{702C9D39-E4F6-4E94-AA07-18FE649A9EAF}">
      <dgm:prSet/>
      <dgm:spPr/>
      <dgm:t>
        <a:bodyPr/>
        <a:lstStyle/>
        <a:p>
          <a:endParaRPr lang="en-US"/>
        </a:p>
      </dgm:t>
    </dgm:pt>
    <dgm:pt modelId="{A4E09A82-E19E-451B-AF8E-5446E43A24E3}">
      <dgm:prSet phldrT="[Text]"/>
      <dgm:spPr/>
      <dgm:t>
        <a:bodyPr/>
        <a:lstStyle/>
        <a:p>
          <a:r>
            <a:rPr lang="en-US" dirty="0"/>
            <a:t>Determine immediate problems to solve</a:t>
          </a:r>
        </a:p>
      </dgm:t>
    </dgm:pt>
    <dgm:pt modelId="{D273017B-A085-417C-8625-E0E457822055}" type="parTrans" cxnId="{4DB3B694-1FD0-4B20-A1D8-D5C05233A5D4}">
      <dgm:prSet/>
      <dgm:spPr/>
      <dgm:t>
        <a:bodyPr/>
        <a:lstStyle/>
        <a:p>
          <a:endParaRPr lang="en-US"/>
        </a:p>
      </dgm:t>
    </dgm:pt>
    <dgm:pt modelId="{D20BF125-84D3-49FD-9D02-5D9377AC8C6A}" type="sibTrans" cxnId="{4DB3B694-1FD0-4B20-A1D8-D5C05233A5D4}">
      <dgm:prSet/>
      <dgm:spPr/>
      <dgm:t>
        <a:bodyPr/>
        <a:lstStyle/>
        <a:p>
          <a:endParaRPr lang="en-US"/>
        </a:p>
      </dgm:t>
    </dgm:pt>
    <dgm:pt modelId="{C8CE3377-96A0-4640-A036-0CA512EFA9FA}">
      <dgm:prSet phldrT="[Text]"/>
      <dgm:spPr/>
      <dgm:t>
        <a:bodyPr/>
        <a:lstStyle/>
        <a:p>
          <a:r>
            <a:rPr lang="en-US" dirty="0"/>
            <a:t>Understand where each functional stakeholder stands</a:t>
          </a:r>
        </a:p>
      </dgm:t>
    </dgm:pt>
    <dgm:pt modelId="{32558B92-6FE2-4365-8017-A2CF2552E5B8}" type="parTrans" cxnId="{6DD64108-E3F1-4BF3-9DB1-90E43E5F51B1}">
      <dgm:prSet/>
      <dgm:spPr/>
      <dgm:t>
        <a:bodyPr/>
        <a:lstStyle/>
        <a:p>
          <a:endParaRPr lang="en-US"/>
        </a:p>
      </dgm:t>
    </dgm:pt>
    <dgm:pt modelId="{D290849E-8591-47C1-AA5B-51C8E64885BC}" type="sibTrans" cxnId="{6DD64108-E3F1-4BF3-9DB1-90E43E5F51B1}">
      <dgm:prSet/>
      <dgm:spPr/>
      <dgm:t>
        <a:bodyPr/>
        <a:lstStyle/>
        <a:p>
          <a:endParaRPr lang="en-US"/>
        </a:p>
      </dgm:t>
    </dgm:pt>
    <dgm:pt modelId="{BB626FB1-87D9-4E24-8576-DBF267BD6C13}">
      <dgm:prSet phldrT="[Text]"/>
      <dgm:spPr/>
      <dgm:t>
        <a:bodyPr/>
        <a:lstStyle/>
        <a:p>
          <a:r>
            <a:rPr lang="en-US" dirty="0"/>
            <a:t>In terms of Management, Team Org., Process, Offerings</a:t>
          </a:r>
        </a:p>
      </dgm:t>
    </dgm:pt>
    <dgm:pt modelId="{BD707486-29A3-4574-8F2B-CDE6017D3E8B}" type="parTrans" cxnId="{F537B622-5CA0-47BB-BD98-4E2E64FA896B}">
      <dgm:prSet/>
      <dgm:spPr/>
      <dgm:t>
        <a:bodyPr/>
        <a:lstStyle/>
        <a:p>
          <a:endParaRPr lang="en-US"/>
        </a:p>
      </dgm:t>
    </dgm:pt>
    <dgm:pt modelId="{AA20B1F2-3DE8-4415-BF6A-01960E69C37E}" type="sibTrans" cxnId="{F537B622-5CA0-47BB-BD98-4E2E64FA896B}">
      <dgm:prSet/>
      <dgm:spPr/>
      <dgm:t>
        <a:bodyPr/>
        <a:lstStyle/>
        <a:p>
          <a:endParaRPr lang="en-US"/>
        </a:p>
      </dgm:t>
    </dgm:pt>
    <dgm:pt modelId="{DB2A2D30-49DF-403C-8CBB-D4230A1C7899}">
      <dgm:prSet phldrT="[Text]"/>
      <dgm:spPr/>
      <dgm:t>
        <a:bodyPr/>
        <a:lstStyle/>
        <a:p>
          <a:r>
            <a:rPr lang="en-US" dirty="0"/>
            <a:t>Meet Champion functional owners, gain feedback</a:t>
          </a:r>
        </a:p>
      </dgm:t>
    </dgm:pt>
    <dgm:pt modelId="{672B885C-967D-45AE-8A0D-E2F9F3D5CF7D}" type="parTrans" cxnId="{B3C7F8BA-7FD0-4C7C-8B56-CEDBF8F5EBE2}">
      <dgm:prSet/>
      <dgm:spPr/>
      <dgm:t>
        <a:bodyPr/>
        <a:lstStyle/>
        <a:p>
          <a:endParaRPr lang="en-US"/>
        </a:p>
      </dgm:t>
    </dgm:pt>
    <dgm:pt modelId="{41F068F4-6711-4DD3-87FC-847067B5CAE5}" type="sibTrans" cxnId="{B3C7F8BA-7FD0-4C7C-8B56-CEDBF8F5EBE2}">
      <dgm:prSet/>
      <dgm:spPr/>
      <dgm:t>
        <a:bodyPr/>
        <a:lstStyle/>
        <a:p>
          <a:endParaRPr lang="en-US"/>
        </a:p>
      </dgm:t>
    </dgm:pt>
    <dgm:pt modelId="{72247994-71C1-4738-92E2-ABAC5FFD87DB}">
      <dgm:prSet phldrT="[Text]"/>
      <dgm:spPr/>
      <dgm:t>
        <a:bodyPr/>
        <a:lstStyle/>
        <a:p>
          <a:r>
            <a:rPr lang="en-US" dirty="0"/>
            <a:t>Understand the lost opportunities and churned policies and procedures</a:t>
          </a:r>
        </a:p>
      </dgm:t>
    </dgm:pt>
    <dgm:pt modelId="{D9137298-E947-4949-94CE-409354370A37}" type="parTrans" cxnId="{327E58D6-34E9-4D9A-8D7E-B645DCCC3E18}">
      <dgm:prSet/>
      <dgm:spPr/>
      <dgm:t>
        <a:bodyPr/>
        <a:lstStyle/>
        <a:p>
          <a:endParaRPr lang="en-US"/>
        </a:p>
      </dgm:t>
    </dgm:pt>
    <dgm:pt modelId="{92BF0EE9-30B5-457A-9DBB-1895D731E230}" type="sibTrans" cxnId="{327E58D6-34E9-4D9A-8D7E-B645DCCC3E18}">
      <dgm:prSet/>
      <dgm:spPr/>
      <dgm:t>
        <a:bodyPr/>
        <a:lstStyle/>
        <a:p>
          <a:endParaRPr lang="en-US"/>
        </a:p>
      </dgm:t>
    </dgm:pt>
    <dgm:pt modelId="{B2730EB6-43A2-4260-9726-61DD896362B5}">
      <dgm:prSet phldrT="[Text]"/>
      <dgm:spPr/>
      <dgm:t>
        <a:bodyPr/>
        <a:lstStyle/>
        <a:p>
          <a:r>
            <a:rPr lang="en-US" dirty="0"/>
            <a:t>Focus on 3~4 most critical wins to be secured</a:t>
          </a:r>
        </a:p>
      </dgm:t>
    </dgm:pt>
    <dgm:pt modelId="{6532C2AE-9182-4359-BEC0-FACD5293C676}" type="parTrans" cxnId="{5BE94EA8-6ECC-4CD4-BE3F-737EFFF48B5B}">
      <dgm:prSet/>
      <dgm:spPr/>
      <dgm:t>
        <a:bodyPr/>
        <a:lstStyle/>
        <a:p>
          <a:endParaRPr lang="en-US"/>
        </a:p>
      </dgm:t>
    </dgm:pt>
    <dgm:pt modelId="{FC5DDDD9-30F2-4E55-8454-0A83085F7703}" type="sibTrans" cxnId="{5BE94EA8-6ECC-4CD4-BE3F-737EFFF48B5B}">
      <dgm:prSet/>
      <dgm:spPr/>
      <dgm:t>
        <a:bodyPr/>
        <a:lstStyle/>
        <a:p>
          <a:endParaRPr lang="en-US"/>
        </a:p>
      </dgm:t>
    </dgm:pt>
    <dgm:pt modelId="{5E2D3722-4969-4DA5-9B65-ED9E245AF3AA}">
      <dgm:prSet phldrT="[Text]"/>
      <dgm:spPr/>
      <dgm:t>
        <a:bodyPr/>
        <a:lstStyle/>
        <a:p>
          <a:r>
            <a:rPr lang="en-US" dirty="0"/>
            <a:t>Involving the core team</a:t>
          </a:r>
        </a:p>
      </dgm:t>
    </dgm:pt>
    <dgm:pt modelId="{50F8D87A-2B78-4CB6-92ED-8D8DC355A6D2}" type="parTrans" cxnId="{43A6EAFD-5C91-4D8B-AA42-C7D6057BDA3C}">
      <dgm:prSet/>
      <dgm:spPr/>
      <dgm:t>
        <a:bodyPr/>
        <a:lstStyle/>
        <a:p>
          <a:endParaRPr lang="en-US"/>
        </a:p>
      </dgm:t>
    </dgm:pt>
    <dgm:pt modelId="{43F1FD82-2C63-4335-9106-8F1E0A1F6A8E}" type="sibTrans" cxnId="{43A6EAFD-5C91-4D8B-AA42-C7D6057BDA3C}">
      <dgm:prSet/>
      <dgm:spPr/>
      <dgm:t>
        <a:bodyPr/>
        <a:lstStyle/>
        <a:p>
          <a:endParaRPr lang="en-US"/>
        </a:p>
      </dgm:t>
    </dgm:pt>
    <dgm:pt modelId="{DB4DEE26-BA4F-40A3-830E-1040CB118E51}" type="pres">
      <dgm:prSet presAssocID="{F15A8144-6F2E-4274-AD25-1B22DD7F7E23}" presName="CompostProcess" presStyleCnt="0">
        <dgm:presLayoutVars>
          <dgm:dir/>
          <dgm:resizeHandles val="exact"/>
        </dgm:presLayoutVars>
      </dgm:prSet>
      <dgm:spPr/>
    </dgm:pt>
    <dgm:pt modelId="{8CFC7790-35BB-4DBB-B9C0-3E0506045885}" type="pres">
      <dgm:prSet presAssocID="{F15A8144-6F2E-4274-AD25-1B22DD7F7E23}" presName="arrow" presStyleLbl="bgShp" presStyleIdx="0" presStyleCnt="1"/>
      <dgm:spPr/>
    </dgm:pt>
    <dgm:pt modelId="{D7E8CDEF-F746-4C44-9C13-F82FE594C35A}" type="pres">
      <dgm:prSet presAssocID="{F15A8144-6F2E-4274-AD25-1B22DD7F7E23}" presName="linearProcess" presStyleCnt="0"/>
      <dgm:spPr/>
    </dgm:pt>
    <dgm:pt modelId="{9310417B-FBB4-4CBD-A164-E70F7B3A335A}" type="pres">
      <dgm:prSet presAssocID="{6B628907-00FA-430E-95E3-546E463D795E}" presName="textNode" presStyleLbl="node1" presStyleIdx="0" presStyleCnt="3">
        <dgm:presLayoutVars>
          <dgm:bulletEnabled val="1"/>
        </dgm:presLayoutVars>
      </dgm:prSet>
      <dgm:spPr/>
    </dgm:pt>
    <dgm:pt modelId="{FF2F5D6C-9D79-48F7-949B-CC6CD6A5D58F}" type="pres">
      <dgm:prSet presAssocID="{129FE88D-19A2-42C7-8405-1BB30782E29D}" presName="sibTrans" presStyleCnt="0"/>
      <dgm:spPr/>
    </dgm:pt>
    <dgm:pt modelId="{9876394C-07C9-44C1-AB4B-AE61CD9CA992}" type="pres">
      <dgm:prSet presAssocID="{1907715F-79A2-44BA-ABAF-AD585396CF62}" presName="textNode" presStyleLbl="node1" presStyleIdx="1" presStyleCnt="3">
        <dgm:presLayoutVars>
          <dgm:bulletEnabled val="1"/>
        </dgm:presLayoutVars>
      </dgm:prSet>
      <dgm:spPr/>
    </dgm:pt>
    <dgm:pt modelId="{BF072EEB-4163-4557-88DB-852DE486079A}" type="pres">
      <dgm:prSet presAssocID="{F70DD87E-1859-4E8F-9173-CF8C2C407F39}" presName="sibTrans" presStyleCnt="0"/>
      <dgm:spPr/>
    </dgm:pt>
    <dgm:pt modelId="{9783CBD1-B370-4581-A1C9-62649647AF95}" type="pres">
      <dgm:prSet presAssocID="{E233EE29-C849-4E9C-90C3-675EEBAED01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6DD64108-E3F1-4BF3-9DB1-90E43E5F51B1}" srcId="{6B628907-00FA-430E-95E3-546E463D795E}" destId="{C8CE3377-96A0-4640-A036-0CA512EFA9FA}" srcOrd="2" destOrd="0" parTransId="{32558B92-6FE2-4365-8017-A2CF2552E5B8}" sibTransId="{D290849E-8591-47C1-AA5B-51C8E64885BC}"/>
    <dgm:cxn modelId="{1642A214-FFBE-4C3A-BC6B-EF75830CF1FC}" type="presOf" srcId="{C8CE3377-96A0-4640-A036-0CA512EFA9FA}" destId="{9310417B-FBB4-4CBD-A164-E70F7B3A335A}" srcOrd="0" destOrd="3" presId="urn:microsoft.com/office/officeart/2005/8/layout/hProcess9"/>
    <dgm:cxn modelId="{2A919C16-B609-4C54-976E-11852282BE27}" srcId="{F15A8144-6F2E-4274-AD25-1B22DD7F7E23}" destId="{E233EE29-C849-4E9C-90C3-675EEBAED011}" srcOrd="2" destOrd="0" parTransId="{324F07CA-4DE2-48C1-8B14-A4D92DDA9767}" sibTransId="{E5996F08-07BD-424C-A7E3-4B1F15AE8F80}"/>
    <dgm:cxn modelId="{5DAF9F1A-C38B-41BC-A319-714FDA276463}" type="presOf" srcId="{6B628907-00FA-430E-95E3-546E463D795E}" destId="{9310417B-FBB4-4CBD-A164-E70F7B3A335A}" srcOrd="0" destOrd="0" presId="urn:microsoft.com/office/officeart/2005/8/layout/hProcess9"/>
    <dgm:cxn modelId="{F537B622-5CA0-47BB-BD98-4E2E64FA896B}" srcId="{1907715F-79A2-44BA-ABAF-AD585396CF62}" destId="{BB626FB1-87D9-4E24-8576-DBF267BD6C13}" srcOrd="0" destOrd="0" parTransId="{BD707486-29A3-4574-8F2B-CDE6017D3E8B}" sibTransId="{AA20B1F2-3DE8-4415-BF6A-01960E69C37E}"/>
    <dgm:cxn modelId="{D4A83B2A-57D9-4B10-BB13-CE571BD19828}" type="presOf" srcId="{1907715F-79A2-44BA-ABAF-AD585396CF62}" destId="{9876394C-07C9-44C1-AB4B-AE61CD9CA992}" srcOrd="0" destOrd="0" presId="urn:microsoft.com/office/officeart/2005/8/layout/hProcess9"/>
    <dgm:cxn modelId="{F97E362E-1606-4EA8-B905-D3C3CAF5F889}" type="presOf" srcId="{A4E09A82-E19E-451B-AF8E-5446E43A24E3}" destId="{9310417B-FBB4-4CBD-A164-E70F7B3A335A}" srcOrd="0" destOrd="2" presId="urn:microsoft.com/office/officeart/2005/8/layout/hProcess9"/>
    <dgm:cxn modelId="{702C9D39-E4F6-4E94-AA07-18FE649A9EAF}" srcId="{6B628907-00FA-430E-95E3-546E463D795E}" destId="{10731BF9-4F61-4760-9E51-9F80C882FC46}" srcOrd="0" destOrd="0" parTransId="{C47AFD32-BCBE-4C67-AFC4-1EB9695D2A4E}" sibTransId="{556D5772-8D51-4D3E-9A80-70E93361A98A}"/>
    <dgm:cxn modelId="{09A4E247-8DE5-4574-B027-898B3B86242C}" type="presOf" srcId="{DB2A2D30-49DF-403C-8CBB-D4230A1C7899}" destId="{9876394C-07C9-44C1-AB4B-AE61CD9CA992}" srcOrd="0" destOrd="2" presId="urn:microsoft.com/office/officeart/2005/8/layout/hProcess9"/>
    <dgm:cxn modelId="{B8ABE369-1E11-4F85-B462-0D7414800537}" type="presOf" srcId="{B2730EB6-43A2-4260-9726-61DD896362B5}" destId="{9783CBD1-B370-4581-A1C9-62649647AF95}" srcOrd="0" destOrd="1" presId="urn:microsoft.com/office/officeart/2005/8/layout/hProcess9"/>
    <dgm:cxn modelId="{82D0196C-DA34-4A5B-AB01-168AAE43B5B4}" type="presOf" srcId="{72247994-71C1-4738-92E2-ABAC5FFD87DB}" destId="{9876394C-07C9-44C1-AB4B-AE61CD9CA992}" srcOrd="0" destOrd="3" presId="urn:microsoft.com/office/officeart/2005/8/layout/hProcess9"/>
    <dgm:cxn modelId="{320F887B-2FCD-4909-906A-1B2A8D7C995E}" type="presOf" srcId="{E233EE29-C849-4E9C-90C3-675EEBAED011}" destId="{9783CBD1-B370-4581-A1C9-62649647AF95}" srcOrd="0" destOrd="0" presId="urn:microsoft.com/office/officeart/2005/8/layout/hProcess9"/>
    <dgm:cxn modelId="{4DB3B694-1FD0-4B20-A1D8-D5C05233A5D4}" srcId="{6B628907-00FA-430E-95E3-546E463D795E}" destId="{A4E09A82-E19E-451B-AF8E-5446E43A24E3}" srcOrd="1" destOrd="0" parTransId="{D273017B-A085-417C-8625-E0E457822055}" sibTransId="{D20BF125-84D3-49FD-9D02-5D9377AC8C6A}"/>
    <dgm:cxn modelId="{433E2999-1522-4BFB-AFE6-F1022633B233}" type="presOf" srcId="{10731BF9-4F61-4760-9E51-9F80C882FC46}" destId="{9310417B-FBB4-4CBD-A164-E70F7B3A335A}" srcOrd="0" destOrd="1" presId="urn:microsoft.com/office/officeart/2005/8/layout/hProcess9"/>
    <dgm:cxn modelId="{0B0B8499-5E1F-4549-9D3A-5D827BAAB20B}" type="presOf" srcId="{BB626FB1-87D9-4E24-8576-DBF267BD6C13}" destId="{9876394C-07C9-44C1-AB4B-AE61CD9CA992}" srcOrd="0" destOrd="1" presId="urn:microsoft.com/office/officeart/2005/8/layout/hProcess9"/>
    <dgm:cxn modelId="{5BE94EA8-6ECC-4CD4-BE3F-737EFFF48B5B}" srcId="{E233EE29-C849-4E9C-90C3-675EEBAED011}" destId="{B2730EB6-43A2-4260-9726-61DD896362B5}" srcOrd="0" destOrd="0" parTransId="{6532C2AE-9182-4359-BEC0-FACD5293C676}" sibTransId="{FC5DDDD9-30F2-4E55-8454-0A83085F7703}"/>
    <dgm:cxn modelId="{0BE78AB1-D62B-4C5B-A4C4-BE5209E04BCB}" srcId="{F15A8144-6F2E-4274-AD25-1B22DD7F7E23}" destId="{6B628907-00FA-430E-95E3-546E463D795E}" srcOrd="0" destOrd="0" parTransId="{0F137A99-76F0-411F-97A3-FA327A847542}" sibTransId="{129FE88D-19A2-42C7-8405-1BB30782E29D}"/>
    <dgm:cxn modelId="{B3C7F8BA-7FD0-4C7C-8B56-CEDBF8F5EBE2}" srcId="{1907715F-79A2-44BA-ABAF-AD585396CF62}" destId="{DB2A2D30-49DF-403C-8CBB-D4230A1C7899}" srcOrd="1" destOrd="0" parTransId="{672B885C-967D-45AE-8A0D-E2F9F3D5CF7D}" sibTransId="{41F068F4-6711-4DD3-87FC-847067B5CAE5}"/>
    <dgm:cxn modelId="{327E58D6-34E9-4D9A-8D7E-B645DCCC3E18}" srcId="{1907715F-79A2-44BA-ABAF-AD585396CF62}" destId="{72247994-71C1-4738-92E2-ABAC5FFD87DB}" srcOrd="2" destOrd="0" parTransId="{D9137298-E947-4949-94CE-409354370A37}" sibTransId="{92BF0EE9-30B5-457A-9DBB-1895D731E230}"/>
    <dgm:cxn modelId="{F62DE8DF-C1B9-45C6-B38D-8645683E4972}" type="presOf" srcId="{F15A8144-6F2E-4274-AD25-1B22DD7F7E23}" destId="{DB4DEE26-BA4F-40A3-830E-1040CB118E51}" srcOrd="0" destOrd="0" presId="urn:microsoft.com/office/officeart/2005/8/layout/hProcess9"/>
    <dgm:cxn modelId="{A4472CF8-257D-43A7-867B-6C3D44BB898F}" srcId="{F15A8144-6F2E-4274-AD25-1B22DD7F7E23}" destId="{1907715F-79A2-44BA-ABAF-AD585396CF62}" srcOrd="1" destOrd="0" parTransId="{8642AC9B-7FC2-40AC-840C-26C602AF9C6A}" sibTransId="{F70DD87E-1859-4E8F-9173-CF8C2C407F39}"/>
    <dgm:cxn modelId="{BC911DFC-135E-4CDC-98A8-6DB07B76DDF7}" type="presOf" srcId="{5E2D3722-4969-4DA5-9B65-ED9E245AF3AA}" destId="{9783CBD1-B370-4581-A1C9-62649647AF95}" srcOrd="0" destOrd="2" presId="urn:microsoft.com/office/officeart/2005/8/layout/hProcess9"/>
    <dgm:cxn modelId="{43A6EAFD-5C91-4D8B-AA42-C7D6057BDA3C}" srcId="{E233EE29-C849-4E9C-90C3-675EEBAED011}" destId="{5E2D3722-4969-4DA5-9B65-ED9E245AF3AA}" srcOrd="1" destOrd="0" parTransId="{50F8D87A-2B78-4CB6-92ED-8D8DC355A6D2}" sibTransId="{43F1FD82-2C63-4335-9106-8F1E0A1F6A8E}"/>
    <dgm:cxn modelId="{5D8C3599-ED51-48E1-A2E8-B9C2FC13CD1D}" type="presParOf" srcId="{DB4DEE26-BA4F-40A3-830E-1040CB118E51}" destId="{8CFC7790-35BB-4DBB-B9C0-3E0506045885}" srcOrd="0" destOrd="0" presId="urn:microsoft.com/office/officeart/2005/8/layout/hProcess9"/>
    <dgm:cxn modelId="{C4B3361C-98A2-4D10-93AB-41A7B8500429}" type="presParOf" srcId="{DB4DEE26-BA4F-40A3-830E-1040CB118E51}" destId="{D7E8CDEF-F746-4C44-9C13-F82FE594C35A}" srcOrd="1" destOrd="0" presId="urn:microsoft.com/office/officeart/2005/8/layout/hProcess9"/>
    <dgm:cxn modelId="{63A1ADC6-E70B-4198-8612-87C660C29EC1}" type="presParOf" srcId="{D7E8CDEF-F746-4C44-9C13-F82FE594C35A}" destId="{9310417B-FBB4-4CBD-A164-E70F7B3A335A}" srcOrd="0" destOrd="0" presId="urn:microsoft.com/office/officeart/2005/8/layout/hProcess9"/>
    <dgm:cxn modelId="{E8FAD377-8D51-4566-A1F3-93B6B8E026EE}" type="presParOf" srcId="{D7E8CDEF-F746-4C44-9C13-F82FE594C35A}" destId="{FF2F5D6C-9D79-48F7-949B-CC6CD6A5D58F}" srcOrd="1" destOrd="0" presId="urn:microsoft.com/office/officeart/2005/8/layout/hProcess9"/>
    <dgm:cxn modelId="{5AECC586-9653-403B-B645-64A2A447D2E0}" type="presParOf" srcId="{D7E8CDEF-F746-4C44-9C13-F82FE594C35A}" destId="{9876394C-07C9-44C1-AB4B-AE61CD9CA992}" srcOrd="2" destOrd="0" presId="urn:microsoft.com/office/officeart/2005/8/layout/hProcess9"/>
    <dgm:cxn modelId="{F89F4A8A-4D12-4A7C-B8B7-A641B030ACD2}" type="presParOf" srcId="{D7E8CDEF-F746-4C44-9C13-F82FE594C35A}" destId="{BF072EEB-4163-4557-88DB-852DE486079A}" srcOrd="3" destOrd="0" presId="urn:microsoft.com/office/officeart/2005/8/layout/hProcess9"/>
    <dgm:cxn modelId="{6A3938FF-0A77-421E-92A6-83419AFE9C49}" type="presParOf" srcId="{D7E8CDEF-F746-4C44-9C13-F82FE594C35A}" destId="{9783CBD1-B370-4581-A1C9-62649647AF95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0E0220-94A4-4A17-A991-891A4CFC202E}" type="doc">
      <dgm:prSet loTypeId="urn:microsoft.com/office/officeart/2005/8/layout/hList6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BBCFF0A-4B80-4EE3-8F25-9AD2C06087D2}">
      <dgm:prSet phldrT="[Text]"/>
      <dgm:spPr/>
      <dgm:t>
        <a:bodyPr/>
        <a:lstStyle/>
        <a:p>
          <a:r>
            <a:rPr lang="en-US" dirty="0"/>
            <a:t>Meet the Team &amp; Stakeholders and Prepare Team Skills Inventory &amp; Stakeholder Analysis (RACI)</a:t>
          </a:r>
        </a:p>
      </dgm:t>
    </dgm:pt>
    <dgm:pt modelId="{65842B20-467E-48A3-BBA7-AB0C520F700A}" type="parTrans" cxnId="{FD290CB2-AA0C-44CC-80F4-9C73428461C5}">
      <dgm:prSet/>
      <dgm:spPr/>
      <dgm:t>
        <a:bodyPr/>
        <a:lstStyle/>
        <a:p>
          <a:endParaRPr lang="en-US"/>
        </a:p>
      </dgm:t>
    </dgm:pt>
    <dgm:pt modelId="{0912D2C3-DC48-4F81-B9D9-1DC47C458C6C}" type="sibTrans" cxnId="{FD290CB2-AA0C-44CC-80F4-9C73428461C5}">
      <dgm:prSet/>
      <dgm:spPr/>
      <dgm:t>
        <a:bodyPr/>
        <a:lstStyle/>
        <a:p>
          <a:endParaRPr lang="en-US"/>
        </a:p>
      </dgm:t>
    </dgm:pt>
    <dgm:pt modelId="{0E39E106-DC1F-4E42-AE7A-D19693A88708}">
      <dgm:prSet phldrT="[Text]"/>
      <dgm:spPr/>
      <dgm:t>
        <a:bodyPr/>
        <a:lstStyle/>
        <a:p>
          <a:r>
            <a:rPr lang="en-US" dirty="0"/>
            <a:t>Establish strengths and weaknesses chart &amp; Identify gaps that need to be addressed (SWOT)</a:t>
          </a:r>
        </a:p>
      </dgm:t>
    </dgm:pt>
    <dgm:pt modelId="{F22E2FC3-89A0-49E6-B9FE-321286DB85F4}" type="parTrans" cxnId="{C0BCD5D9-3A64-443E-B5AF-A26839AD80AB}">
      <dgm:prSet/>
      <dgm:spPr/>
      <dgm:t>
        <a:bodyPr/>
        <a:lstStyle/>
        <a:p>
          <a:endParaRPr lang="en-US"/>
        </a:p>
      </dgm:t>
    </dgm:pt>
    <dgm:pt modelId="{2DAB1975-7268-4030-A331-B9C3D0B2B16F}" type="sibTrans" cxnId="{C0BCD5D9-3A64-443E-B5AF-A26839AD80AB}">
      <dgm:prSet/>
      <dgm:spPr/>
      <dgm:t>
        <a:bodyPr/>
        <a:lstStyle/>
        <a:p>
          <a:endParaRPr lang="en-US"/>
        </a:p>
      </dgm:t>
    </dgm:pt>
    <dgm:pt modelId="{B9C4AD4B-515D-49FF-9A40-0A5E18E41773}">
      <dgm:prSet phldrT="[Text]"/>
      <dgm:spPr/>
      <dgm:t>
        <a:bodyPr/>
        <a:lstStyle/>
        <a:p>
          <a:r>
            <a:rPr lang="en-US" dirty="0"/>
            <a:t>5 key questions</a:t>
          </a:r>
        </a:p>
      </dgm:t>
    </dgm:pt>
    <dgm:pt modelId="{2932B1E4-10AF-4EE2-B7CB-5518BB5E2042}" type="parTrans" cxnId="{5B6D3558-5FF7-4ED5-8512-92B114A80FE0}">
      <dgm:prSet/>
      <dgm:spPr/>
      <dgm:t>
        <a:bodyPr/>
        <a:lstStyle/>
        <a:p>
          <a:endParaRPr lang="en-US"/>
        </a:p>
      </dgm:t>
    </dgm:pt>
    <dgm:pt modelId="{2D887101-D21B-447B-B3B8-A53DC113BFF0}" type="sibTrans" cxnId="{5B6D3558-5FF7-4ED5-8512-92B114A80FE0}">
      <dgm:prSet/>
      <dgm:spPr/>
      <dgm:t>
        <a:bodyPr/>
        <a:lstStyle/>
        <a:p>
          <a:endParaRPr lang="en-US"/>
        </a:p>
      </dgm:t>
    </dgm:pt>
    <dgm:pt modelId="{695EEE26-FFEE-4B4E-AF05-D5BD48CCC902}">
      <dgm:prSet/>
      <dgm:spPr/>
      <dgm:t>
        <a:bodyPr/>
        <a:lstStyle/>
        <a:p>
          <a:r>
            <a:rPr lang="en-US" dirty="0"/>
            <a:t>What are the biggest challenges? </a:t>
          </a:r>
        </a:p>
      </dgm:t>
    </dgm:pt>
    <dgm:pt modelId="{7EC6AE7A-1AC8-4A76-AB59-4A7933E5D720}" type="parTrans" cxnId="{28D78EC4-DF61-47F3-A9B1-7C4CC78FD923}">
      <dgm:prSet/>
      <dgm:spPr/>
      <dgm:t>
        <a:bodyPr/>
        <a:lstStyle/>
        <a:p>
          <a:endParaRPr lang="en-US"/>
        </a:p>
      </dgm:t>
    </dgm:pt>
    <dgm:pt modelId="{2B00B5C6-B0F0-4EDF-89B4-42A6399E7111}" type="sibTrans" cxnId="{28D78EC4-DF61-47F3-A9B1-7C4CC78FD923}">
      <dgm:prSet/>
      <dgm:spPr/>
      <dgm:t>
        <a:bodyPr/>
        <a:lstStyle/>
        <a:p>
          <a:endParaRPr lang="en-US"/>
        </a:p>
      </dgm:t>
    </dgm:pt>
    <dgm:pt modelId="{DBD30907-6C55-440D-936A-F8F28325FCA8}">
      <dgm:prSet/>
      <dgm:spPr/>
      <dgm:t>
        <a:bodyPr/>
        <a:lstStyle/>
        <a:p>
          <a:r>
            <a:rPr lang="en-US" dirty="0"/>
            <a:t>Why is the team facing them ? </a:t>
          </a:r>
        </a:p>
      </dgm:t>
    </dgm:pt>
    <dgm:pt modelId="{32E393CB-7CA6-4ADB-BC9A-7403028681B1}" type="parTrans" cxnId="{4B79E4FA-76CD-4674-BEDF-96EF0BC7D84E}">
      <dgm:prSet/>
      <dgm:spPr/>
      <dgm:t>
        <a:bodyPr/>
        <a:lstStyle/>
        <a:p>
          <a:endParaRPr lang="en-US"/>
        </a:p>
      </dgm:t>
    </dgm:pt>
    <dgm:pt modelId="{7F1FD664-1A4F-4D56-84C6-35B533018F9C}" type="sibTrans" cxnId="{4B79E4FA-76CD-4674-BEDF-96EF0BC7D84E}">
      <dgm:prSet/>
      <dgm:spPr/>
      <dgm:t>
        <a:bodyPr/>
        <a:lstStyle/>
        <a:p>
          <a:endParaRPr lang="en-US"/>
        </a:p>
      </dgm:t>
    </dgm:pt>
    <dgm:pt modelId="{7701BD76-944B-4ED6-80CF-B62C0AE03E87}">
      <dgm:prSet/>
      <dgm:spPr/>
      <dgm:t>
        <a:bodyPr/>
        <a:lstStyle/>
        <a:p>
          <a:r>
            <a:rPr lang="en-US" dirty="0"/>
            <a:t>What are the most promising opportunities for resolution ? </a:t>
          </a:r>
        </a:p>
      </dgm:t>
    </dgm:pt>
    <dgm:pt modelId="{AF78194B-CD6A-4E03-9891-8B615721B926}" type="parTrans" cxnId="{399567BA-F6D7-4E59-A725-19F0131C14DC}">
      <dgm:prSet/>
      <dgm:spPr/>
      <dgm:t>
        <a:bodyPr/>
        <a:lstStyle/>
        <a:p>
          <a:endParaRPr lang="en-US"/>
        </a:p>
      </dgm:t>
    </dgm:pt>
    <dgm:pt modelId="{9645D72D-C62C-4DEF-AFCA-8A831F3DAC27}" type="sibTrans" cxnId="{399567BA-F6D7-4E59-A725-19F0131C14DC}">
      <dgm:prSet/>
      <dgm:spPr/>
      <dgm:t>
        <a:bodyPr/>
        <a:lstStyle/>
        <a:p>
          <a:endParaRPr lang="en-US"/>
        </a:p>
      </dgm:t>
    </dgm:pt>
    <dgm:pt modelId="{9E044B72-BA21-4B22-92AE-09C79B393974}">
      <dgm:prSet/>
      <dgm:spPr/>
      <dgm:t>
        <a:bodyPr/>
        <a:lstStyle/>
        <a:p>
          <a:r>
            <a:rPr lang="en-US" dirty="0"/>
            <a:t>What would need to happen for the team to exploit the potential for these opportunities ? </a:t>
          </a:r>
        </a:p>
      </dgm:t>
    </dgm:pt>
    <dgm:pt modelId="{6471E0CA-B160-4771-8416-39AFCCDDA638}" type="parTrans" cxnId="{803421E0-FA92-4DE4-AD12-5B642B545416}">
      <dgm:prSet/>
      <dgm:spPr/>
      <dgm:t>
        <a:bodyPr/>
        <a:lstStyle/>
        <a:p>
          <a:endParaRPr lang="en-US"/>
        </a:p>
      </dgm:t>
    </dgm:pt>
    <dgm:pt modelId="{6CA7F25B-6CFB-4E01-9A42-6B1AB0833D35}" type="sibTrans" cxnId="{803421E0-FA92-4DE4-AD12-5B642B545416}">
      <dgm:prSet/>
      <dgm:spPr/>
      <dgm:t>
        <a:bodyPr/>
        <a:lstStyle/>
        <a:p>
          <a:endParaRPr lang="en-US"/>
        </a:p>
      </dgm:t>
    </dgm:pt>
    <dgm:pt modelId="{5D30CE66-8DD1-46F3-A718-29A2CAA202E4}">
      <dgm:prSet/>
      <dgm:spPr/>
      <dgm:t>
        <a:bodyPr/>
        <a:lstStyle/>
        <a:p>
          <a:r>
            <a:rPr lang="en-US" dirty="0"/>
            <a:t>If you were me, what would you focus on ?</a:t>
          </a:r>
        </a:p>
      </dgm:t>
    </dgm:pt>
    <dgm:pt modelId="{6B52CB26-9532-462A-B06C-5782D75E67CF}" type="parTrans" cxnId="{CD2BB350-CB02-4C0B-930D-59BD0959828E}">
      <dgm:prSet/>
      <dgm:spPr/>
      <dgm:t>
        <a:bodyPr/>
        <a:lstStyle/>
        <a:p>
          <a:endParaRPr lang="en-US"/>
        </a:p>
      </dgm:t>
    </dgm:pt>
    <dgm:pt modelId="{D4B9065E-91FE-4341-AA02-8E790836ECB8}" type="sibTrans" cxnId="{CD2BB350-CB02-4C0B-930D-59BD0959828E}">
      <dgm:prSet/>
      <dgm:spPr/>
      <dgm:t>
        <a:bodyPr/>
        <a:lstStyle/>
        <a:p>
          <a:endParaRPr lang="en-US"/>
        </a:p>
      </dgm:t>
    </dgm:pt>
    <dgm:pt modelId="{DAC76E02-8DAB-4725-8697-28E94F24FD23}" type="pres">
      <dgm:prSet presAssocID="{1F0E0220-94A4-4A17-A991-891A4CFC202E}" presName="Name0" presStyleCnt="0">
        <dgm:presLayoutVars>
          <dgm:dir/>
          <dgm:resizeHandles val="exact"/>
        </dgm:presLayoutVars>
      </dgm:prSet>
      <dgm:spPr/>
    </dgm:pt>
    <dgm:pt modelId="{6572265D-D9CC-4B91-987F-8CC9ACF3C05B}" type="pres">
      <dgm:prSet presAssocID="{0BBCFF0A-4B80-4EE3-8F25-9AD2C06087D2}" presName="node" presStyleLbl="node1" presStyleIdx="0" presStyleCnt="3">
        <dgm:presLayoutVars>
          <dgm:bulletEnabled val="1"/>
        </dgm:presLayoutVars>
      </dgm:prSet>
      <dgm:spPr/>
    </dgm:pt>
    <dgm:pt modelId="{DD90EAB3-13D5-4860-B9E3-9AE0B2A30DFF}" type="pres">
      <dgm:prSet presAssocID="{0912D2C3-DC48-4F81-B9D9-1DC47C458C6C}" presName="sibTrans" presStyleCnt="0"/>
      <dgm:spPr/>
    </dgm:pt>
    <dgm:pt modelId="{CF880D50-6358-4984-8E91-8E339862A3B9}" type="pres">
      <dgm:prSet presAssocID="{0E39E106-DC1F-4E42-AE7A-D19693A88708}" presName="node" presStyleLbl="node1" presStyleIdx="1" presStyleCnt="3">
        <dgm:presLayoutVars>
          <dgm:bulletEnabled val="1"/>
        </dgm:presLayoutVars>
      </dgm:prSet>
      <dgm:spPr/>
    </dgm:pt>
    <dgm:pt modelId="{D73C9F97-27E9-436F-8801-2B9B4736FE6F}" type="pres">
      <dgm:prSet presAssocID="{2DAB1975-7268-4030-A331-B9C3D0B2B16F}" presName="sibTrans" presStyleCnt="0"/>
      <dgm:spPr/>
    </dgm:pt>
    <dgm:pt modelId="{F797E662-1A9C-4962-9DB4-FC6B743D74BA}" type="pres">
      <dgm:prSet presAssocID="{B9C4AD4B-515D-49FF-9A40-0A5E18E41773}" presName="node" presStyleLbl="node1" presStyleIdx="2" presStyleCnt="3">
        <dgm:presLayoutVars>
          <dgm:bulletEnabled val="1"/>
        </dgm:presLayoutVars>
      </dgm:prSet>
      <dgm:spPr/>
    </dgm:pt>
  </dgm:ptLst>
  <dgm:cxnLst>
    <dgm:cxn modelId="{0875EA16-EEA3-46C8-AFF5-108A44FC9B0D}" type="presOf" srcId="{695EEE26-FFEE-4B4E-AF05-D5BD48CCC902}" destId="{F797E662-1A9C-4962-9DB4-FC6B743D74BA}" srcOrd="0" destOrd="1" presId="urn:microsoft.com/office/officeart/2005/8/layout/hList6"/>
    <dgm:cxn modelId="{E925A15D-B64D-4748-85E1-6497A917CF9E}" type="presOf" srcId="{5D30CE66-8DD1-46F3-A718-29A2CAA202E4}" destId="{F797E662-1A9C-4962-9DB4-FC6B743D74BA}" srcOrd="0" destOrd="5" presId="urn:microsoft.com/office/officeart/2005/8/layout/hList6"/>
    <dgm:cxn modelId="{CD2BB350-CB02-4C0B-930D-59BD0959828E}" srcId="{B9C4AD4B-515D-49FF-9A40-0A5E18E41773}" destId="{5D30CE66-8DD1-46F3-A718-29A2CAA202E4}" srcOrd="4" destOrd="0" parTransId="{6B52CB26-9532-462A-B06C-5782D75E67CF}" sibTransId="{D4B9065E-91FE-4341-AA02-8E790836ECB8}"/>
    <dgm:cxn modelId="{1831DB56-4438-472F-AFA5-B03B94DED7E4}" type="presOf" srcId="{DBD30907-6C55-440D-936A-F8F28325FCA8}" destId="{F797E662-1A9C-4962-9DB4-FC6B743D74BA}" srcOrd="0" destOrd="2" presId="urn:microsoft.com/office/officeart/2005/8/layout/hList6"/>
    <dgm:cxn modelId="{5B6D3558-5FF7-4ED5-8512-92B114A80FE0}" srcId="{1F0E0220-94A4-4A17-A991-891A4CFC202E}" destId="{B9C4AD4B-515D-49FF-9A40-0A5E18E41773}" srcOrd="2" destOrd="0" parTransId="{2932B1E4-10AF-4EE2-B7CB-5518BB5E2042}" sibTransId="{2D887101-D21B-447B-B3B8-A53DC113BFF0}"/>
    <dgm:cxn modelId="{0B497FA0-AC77-40DE-9459-45A29B3549EA}" type="presOf" srcId="{1F0E0220-94A4-4A17-A991-891A4CFC202E}" destId="{DAC76E02-8DAB-4725-8697-28E94F24FD23}" srcOrd="0" destOrd="0" presId="urn:microsoft.com/office/officeart/2005/8/layout/hList6"/>
    <dgm:cxn modelId="{56F58BAF-CC1B-4EE4-8FC6-259E467A1FBA}" type="presOf" srcId="{0E39E106-DC1F-4E42-AE7A-D19693A88708}" destId="{CF880D50-6358-4984-8E91-8E339862A3B9}" srcOrd="0" destOrd="0" presId="urn:microsoft.com/office/officeart/2005/8/layout/hList6"/>
    <dgm:cxn modelId="{FD290CB2-AA0C-44CC-80F4-9C73428461C5}" srcId="{1F0E0220-94A4-4A17-A991-891A4CFC202E}" destId="{0BBCFF0A-4B80-4EE3-8F25-9AD2C06087D2}" srcOrd="0" destOrd="0" parTransId="{65842B20-467E-48A3-BBA7-AB0C520F700A}" sibTransId="{0912D2C3-DC48-4F81-B9D9-1DC47C458C6C}"/>
    <dgm:cxn modelId="{61C517B4-C81C-4287-A717-2406AA74EF70}" type="presOf" srcId="{7701BD76-944B-4ED6-80CF-B62C0AE03E87}" destId="{F797E662-1A9C-4962-9DB4-FC6B743D74BA}" srcOrd="0" destOrd="3" presId="urn:microsoft.com/office/officeart/2005/8/layout/hList6"/>
    <dgm:cxn modelId="{399567BA-F6D7-4E59-A725-19F0131C14DC}" srcId="{B9C4AD4B-515D-49FF-9A40-0A5E18E41773}" destId="{7701BD76-944B-4ED6-80CF-B62C0AE03E87}" srcOrd="2" destOrd="0" parTransId="{AF78194B-CD6A-4E03-9891-8B615721B926}" sibTransId="{9645D72D-C62C-4DEF-AFCA-8A831F3DAC27}"/>
    <dgm:cxn modelId="{28D78EC4-DF61-47F3-A9B1-7C4CC78FD923}" srcId="{B9C4AD4B-515D-49FF-9A40-0A5E18E41773}" destId="{695EEE26-FFEE-4B4E-AF05-D5BD48CCC902}" srcOrd="0" destOrd="0" parTransId="{7EC6AE7A-1AC8-4A76-AB59-4A7933E5D720}" sibTransId="{2B00B5C6-B0F0-4EDF-89B4-42A6399E7111}"/>
    <dgm:cxn modelId="{BD6102CF-3A2C-4F5A-A130-0DD4ADDF39A7}" type="presOf" srcId="{9E044B72-BA21-4B22-92AE-09C79B393974}" destId="{F797E662-1A9C-4962-9DB4-FC6B743D74BA}" srcOrd="0" destOrd="4" presId="urn:microsoft.com/office/officeart/2005/8/layout/hList6"/>
    <dgm:cxn modelId="{C0BCD5D9-3A64-443E-B5AF-A26839AD80AB}" srcId="{1F0E0220-94A4-4A17-A991-891A4CFC202E}" destId="{0E39E106-DC1F-4E42-AE7A-D19693A88708}" srcOrd="1" destOrd="0" parTransId="{F22E2FC3-89A0-49E6-B9FE-321286DB85F4}" sibTransId="{2DAB1975-7268-4030-A331-B9C3D0B2B16F}"/>
    <dgm:cxn modelId="{803421E0-FA92-4DE4-AD12-5B642B545416}" srcId="{B9C4AD4B-515D-49FF-9A40-0A5E18E41773}" destId="{9E044B72-BA21-4B22-92AE-09C79B393974}" srcOrd="3" destOrd="0" parTransId="{6471E0CA-B160-4771-8416-39AFCCDDA638}" sibTransId="{6CA7F25B-6CFB-4E01-9A42-6B1AB0833D35}"/>
    <dgm:cxn modelId="{67BE12F0-F21A-4327-B85C-F737742C52E9}" type="presOf" srcId="{B9C4AD4B-515D-49FF-9A40-0A5E18E41773}" destId="{F797E662-1A9C-4962-9DB4-FC6B743D74BA}" srcOrd="0" destOrd="0" presId="urn:microsoft.com/office/officeart/2005/8/layout/hList6"/>
    <dgm:cxn modelId="{164D83F7-B1B9-4BCB-9FA0-5D6A9B146FB9}" type="presOf" srcId="{0BBCFF0A-4B80-4EE3-8F25-9AD2C06087D2}" destId="{6572265D-D9CC-4B91-987F-8CC9ACF3C05B}" srcOrd="0" destOrd="0" presId="urn:microsoft.com/office/officeart/2005/8/layout/hList6"/>
    <dgm:cxn modelId="{4B79E4FA-76CD-4674-BEDF-96EF0BC7D84E}" srcId="{B9C4AD4B-515D-49FF-9A40-0A5E18E41773}" destId="{DBD30907-6C55-440D-936A-F8F28325FCA8}" srcOrd="1" destOrd="0" parTransId="{32E393CB-7CA6-4ADB-BC9A-7403028681B1}" sibTransId="{7F1FD664-1A4F-4D56-84C6-35B533018F9C}"/>
    <dgm:cxn modelId="{3AF77776-EC05-4DAD-9AC8-6E1D76CE606E}" type="presParOf" srcId="{DAC76E02-8DAB-4725-8697-28E94F24FD23}" destId="{6572265D-D9CC-4B91-987F-8CC9ACF3C05B}" srcOrd="0" destOrd="0" presId="urn:microsoft.com/office/officeart/2005/8/layout/hList6"/>
    <dgm:cxn modelId="{9AB00053-3D4A-4E36-B387-0B07D69EBD1D}" type="presParOf" srcId="{DAC76E02-8DAB-4725-8697-28E94F24FD23}" destId="{DD90EAB3-13D5-4860-B9E3-9AE0B2A30DFF}" srcOrd="1" destOrd="0" presId="urn:microsoft.com/office/officeart/2005/8/layout/hList6"/>
    <dgm:cxn modelId="{4A4C533C-E082-42A6-8A08-D743C492A630}" type="presParOf" srcId="{DAC76E02-8DAB-4725-8697-28E94F24FD23}" destId="{CF880D50-6358-4984-8E91-8E339862A3B9}" srcOrd="2" destOrd="0" presId="urn:microsoft.com/office/officeart/2005/8/layout/hList6"/>
    <dgm:cxn modelId="{4729F88D-8EB1-4F7C-AF59-05095CDFEA12}" type="presParOf" srcId="{DAC76E02-8DAB-4725-8697-28E94F24FD23}" destId="{D73C9F97-27E9-436F-8801-2B9B4736FE6F}" srcOrd="3" destOrd="0" presId="urn:microsoft.com/office/officeart/2005/8/layout/hList6"/>
    <dgm:cxn modelId="{7E9D60A1-331A-4C7A-B16C-46D075F72189}" type="presParOf" srcId="{DAC76E02-8DAB-4725-8697-28E94F24FD23}" destId="{F797E662-1A9C-4962-9DB4-FC6B743D74BA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D51734-2ABD-40CB-AD6F-5B1B5924489E}" type="doc">
      <dgm:prSet loTypeId="urn:microsoft.com/office/officeart/2005/8/layout/pyramid2" loCatId="pyramid" qsTypeId="urn:microsoft.com/office/officeart/2005/8/quickstyle/simple1" qsCatId="simple" csTypeId="urn:microsoft.com/office/officeart/2005/8/colors/accent2_1" csCatId="accent2" phldr="1"/>
      <dgm:spPr/>
    </dgm:pt>
    <dgm:pt modelId="{93D3BE20-FE97-43B1-804D-E2D7B4653755}">
      <dgm:prSet phldrT="[Text]" custT="1"/>
      <dgm:spPr/>
      <dgm:t>
        <a:bodyPr/>
        <a:lstStyle/>
        <a:p>
          <a:r>
            <a:rPr lang="en-US" sz="2000" dirty="0"/>
            <a:t>Learning Culture &amp;</a:t>
          </a:r>
        </a:p>
        <a:p>
          <a:r>
            <a:rPr lang="en-US" sz="2000" dirty="0"/>
            <a:t>Management</a:t>
          </a:r>
        </a:p>
      </dgm:t>
    </dgm:pt>
    <dgm:pt modelId="{8AF765E3-731E-4C19-B571-6CA3AA39B8ED}" type="parTrans" cxnId="{CBCAB3B0-EF6D-4354-87E2-BF23627CE0E2}">
      <dgm:prSet/>
      <dgm:spPr/>
      <dgm:t>
        <a:bodyPr/>
        <a:lstStyle/>
        <a:p>
          <a:endParaRPr lang="en-US"/>
        </a:p>
      </dgm:t>
    </dgm:pt>
    <dgm:pt modelId="{F9B4EDA5-31AB-4AF7-A7C7-2B62A2A6E8AF}" type="sibTrans" cxnId="{CBCAB3B0-EF6D-4354-87E2-BF23627CE0E2}">
      <dgm:prSet/>
      <dgm:spPr/>
      <dgm:t>
        <a:bodyPr/>
        <a:lstStyle/>
        <a:p>
          <a:endParaRPr lang="en-US"/>
        </a:p>
      </dgm:t>
    </dgm:pt>
    <dgm:pt modelId="{A6995314-D42F-4F62-ACB1-9E2FD2009461}">
      <dgm:prSet custT="1"/>
      <dgm:spPr/>
      <dgm:t>
        <a:bodyPr/>
        <a:lstStyle/>
        <a:p>
          <a:r>
            <a:rPr lang="en-US" sz="1800" dirty="0"/>
            <a:t>Discuss activities With:</a:t>
          </a:r>
        </a:p>
      </dgm:t>
    </dgm:pt>
    <dgm:pt modelId="{A974A530-C88B-4E9F-AFE5-527459A56870}" type="parTrans" cxnId="{1FD5FD03-D5DE-4944-8A23-80C15720EDA7}">
      <dgm:prSet/>
      <dgm:spPr/>
      <dgm:t>
        <a:bodyPr/>
        <a:lstStyle/>
        <a:p>
          <a:endParaRPr lang="en-US"/>
        </a:p>
      </dgm:t>
    </dgm:pt>
    <dgm:pt modelId="{00F3644C-26D1-4317-8AF4-E758659DE743}" type="sibTrans" cxnId="{1FD5FD03-D5DE-4944-8A23-80C15720EDA7}">
      <dgm:prSet/>
      <dgm:spPr/>
      <dgm:t>
        <a:bodyPr/>
        <a:lstStyle/>
        <a:p>
          <a:endParaRPr lang="en-US"/>
        </a:p>
      </dgm:t>
    </dgm:pt>
    <dgm:pt modelId="{33939363-0D5A-4D35-A3CA-6E723BF56AF9}">
      <dgm:prSet custT="1"/>
      <dgm:spPr/>
      <dgm:t>
        <a:bodyPr/>
        <a:lstStyle/>
        <a:p>
          <a:r>
            <a:rPr lang="en-US" sz="1400" dirty="0"/>
            <a:t>Top Global Account Directors / Top Management</a:t>
          </a:r>
        </a:p>
      </dgm:t>
    </dgm:pt>
    <dgm:pt modelId="{19A54562-7D96-479A-BE15-684589EB5E36}" type="parTrans" cxnId="{64660564-4123-46FC-81C3-BF13E3B3B6C4}">
      <dgm:prSet/>
      <dgm:spPr/>
      <dgm:t>
        <a:bodyPr/>
        <a:lstStyle/>
        <a:p>
          <a:endParaRPr lang="en-US"/>
        </a:p>
      </dgm:t>
    </dgm:pt>
    <dgm:pt modelId="{313B90A0-B285-4410-BD7D-89FC6C46EF5E}" type="sibTrans" cxnId="{64660564-4123-46FC-81C3-BF13E3B3B6C4}">
      <dgm:prSet/>
      <dgm:spPr/>
      <dgm:t>
        <a:bodyPr/>
        <a:lstStyle/>
        <a:p>
          <a:endParaRPr lang="en-US"/>
        </a:p>
      </dgm:t>
    </dgm:pt>
    <dgm:pt modelId="{851F0B49-9CB2-4D82-81F1-32277DEDDA21}">
      <dgm:prSet custT="1"/>
      <dgm:spPr/>
      <dgm:t>
        <a:bodyPr/>
        <a:lstStyle/>
        <a:p>
          <a:r>
            <a:rPr lang="en-US" sz="1400" dirty="0"/>
            <a:t>Matrixed Cross Function managers and functional managers</a:t>
          </a:r>
        </a:p>
      </dgm:t>
    </dgm:pt>
    <dgm:pt modelId="{EA1050BB-D5E9-4D02-838C-CC8DD55DA3B4}" type="parTrans" cxnId="{75DE5DA3-6923-43E4-81AD-A8BC6AD5ADC0}">
      <dgm:prSet/>
      <dgm:spPr/>
      <dgm:t>
        <a:bodyPr/>
        <a:lstStyle/>
        <a:p>
          <a:endParaRPr lang="en-US"/>
        </a:p>
      </dgm:t>
    </dgm:pt>
    <dgm:pt modelId="{8D433910-66C3-45A9-8848-268DCEB76448}" type="sibTrans" cxnId="{75DE5DA3-6923-43E4-81AD-A8BC6AD5ADC0}">
      <dgm:prSet/>
      <dgm:spPr/>
      <dgm:t>
        <a:bodyPr/>
        <a:lstStyle/>
        <a:p>
          <a:endParaRPr lang="en-US"/>
        </a:p>
      </dgm:t>
    </dgm:pt>
    <dgm:pt modelId="{59ADC34B-2291-40D4-B624-5D38B9853D05}">
      <dgm:prSet custT="1"/>
      <dgm:spPr/>
      <dgm:t>
        <a:bodyPr/>
        <a:lstStyle/>
        <a:p>
          <a:r>
            <a:rPr lang="en-US" sz="1400" dirty="0"/>
            <a:t>Be open to suggestions and Best practices</a:t>
          </a:r>
        </a:p>
      </dgm:t>
    </dgm:pt>
    <dgm:pt modelId="{C54983EB-088F-4891-8C06-F684F36D7C9F}" type="parTrans" cxnId="{9FBB4802-3EFB-44B5-885F-3E4CF47CFC0B}">
      <dgm:prSet/>
      <dgm:spPr/>
      <dgm:t>
        <a:bodyPr/>
        <a:lstStyle/>
        <a:p>
          <a:endParaRPr lang="en-US"/>
        </a:p>
      </dgm:t>
    </dgm:pt>
    <dgm:pt modelId="{727DA7A3-1155-443D-BAE3-BD3662601AB7}" type="sibTrans" cxnId="{9FBB4802-3EFB-44B5-885F-3E4CF47CFC0B}">
      <dgm:prSet/>
      <dgm:spPr/>
      <dgm:t>
        <a:bodyPr/>
        <a:lstStyle/>
        <a:p>
          <a:endParaRPr lang="en-US"/>
        </a:p>
      </dgm:t>
    </dgm:pt>
    <dgm:pt modelId="{841D6493-D7BF-4216-960D-BC2D6E533C30}">
      <dgm:prSet phldrT="[Text]" custT="1"/>
      <dgm:spPr/>
      <dgm:t>
        <a:bodyPr/>
        <a:lstStyle/>
        <a:p>
          <a:r>
            <a:rPr lang="en-US" sz="1800" dirty="0"/>
            <a:t>Attend to people in person</a:t>
          </a:r>
        </a:p>
      </dgm:t>
    </dgm:pt>
    <dgm:pt modelId="{314AEAEC-D17C-49B3-A176-77583AA08A23}" type="parTrans" cxnId="{379BEEF0-083B-41C6-8E3A-BCA86D69B302}">
      <dgm:prSet/>
      <dgm:spPr/>
      <dgm:t>
        <a:bodyPr/>
        <a:lstStyle/>
        <a:p>
          <a:endParaRPr lang="en-US"/>
        </a:p>
      </dgm:t>
    </dgm:pt>
    <dgm:pt modelId="{08656F87-B036-4F11-9104-9967A8C75ABA}" type="sibTrans" cxnId="{379BEEF0-083B-41C6-8E3A-BCA86D69B302}">
      <dgm:prSet/>
      <dgm:spPr/>
      <dgm:t>
        <a:bodyPr/>
        <a:lstStyle/>
        <a:p>
          <a:endParaRPr lang="en-US"/>
        </a:p>
      </dgm:t>
    </dgm:pt>
    <dgm:pt modelId="{BB5F01A4-077E-448C-B51B-E824EDF10407}">
      <dgm:prSet custT="1"/>
      <dgm:spPr/>
      <dgm:t>
        <a:bodyPr/>
        <a:lstStyle/>
        <a:p>
          <a:r>
            <a:rPr lang="en-US" sz="1400" dirty="0"/>
            <a:t>Processes, Procedures, and Culture</a:t>
          </a:r>
        </a:p>
      </dgm:t>
    </dgm:pt>
    <dgm:pt modelId="{078335DA-BD29-4C8E-8146-77658D746A2E}" type="parTrans" cxnId="{DA1D6697-C49A-483C-AA2F-2E4CD2D14BB3}">
      <dgm:prSet/>
      <dgm:spPr/>
      <dgm:t>
        <a:bodyPr/>
        <a:lstStyle/>
        <a:p>
          <a:endParaRPr lang="en-US"/>
        </a:p>
      </dgm:t>
    </dgm:pt>
    <dgm:pt modelId="{92EDEE3A-114A-4720-99BA-C8D3E741CA9D}" type="sibTrans" cxnId="{DA1D6697-C49A-483C-AA2F-2E4CD2D14BB3}">
      <dgm:prSet/>
      <dgm:spPr/>
      <dgm:t>
        <a:bodyPr/>
        <a:lstStyle/>
        <a:p>
          <a:endParaRPr lang="en-US"/>
        </a:p>
      </dgm:t>
    </dgm:pt>
    <dgm:pt modelId="{1E82DF4F-9EE7-4883-A801-6335FE64DEAB}">
      <dgm:prSet custT="1"/>
      <dgm:spPr/>
      <dgm:t>
        <a:bodyPr/>
        <a:lstStyle/>
        <a:p>
          <a:r>
            <a:rPr lang="en-US" sz="1400" dirty="0"/>
            <a:t>Have complete understanding of applications, products and tools</a:t>
          </a:r>
        </a:p>
      </dgm:t>
    </dgm:pt>
    <dgm:pt modelId="{27984869-859E-4D26-85FD-75244604FF0A}" type="parTrans" cxnId="{999105E3-173A-4F02-920A-689F412041D2}">
      <dgm:prSet/>
      <dgm:spPr/>
      <dgm:t>
        <a:bodyPr/>
        <a:lstStyle/>
        <a:p>
          <a:endParaRPr lang="en-US"/>
        </a:p>
      </dgm:t>
    </dgm:pt>
    <dgm:pt modelId="{88E4BF29-8AA0-4C0C-8CD0-3A3BD1FA602D}" type="sibTrans" cxnId="{999105E3-173A-4F02-920A-689F412041D2}">
      <dgm:prSet/>
      <dgm:spPr/>
      <dgm:t>
        <a:bodyPr/>
        <a:lstStyle/>
        <a:p>
          <a:endParaRPr lang="en-US"/>
        </a:p>
      </dgm:t>
    </dgm:pt>
    <dgm:pt modelId="{0B614B74-91B7-484D-AEA7-F80373D27DB0}" type="pres">
      <dgm:prSet presAssocID="{F3D51734-2ABD-40CB-AD6F-5B1B5924489E}" presName="compositeShape" presStyleCnt="0">
        <dgm:presLayoutVars>
          <dgm:dir/>
          <dgm:resizeHandles/>
        </dgm:presLayoutVars>
      </dgm:prSet>
      <dgm:spPr/>
    </dgm:pt>
    <dgm:pt modelId="{7C6FBE8D-B5C8-40D5-977A-47A59E7B0F65}" type="pres">
      <dgm:prSet presAssocID="{F3D51734-2ABD-40CB-AD6F-5B1B5924489E}" presName="pyramid" presStyleLbl="node1" presStyleIdx="0" presStyleCnt="1" custLinFactNeighborX="19528" custLinFactNeighborY="-217"/>
      <dgm:spPr/>
    </dgm:pt>
    <dgm:pt modelId="{5B31F053-6106-48CD-8079-F8ED28865C8D}" type="pres">
      <dgm:prSet presAssocID="{F3D51734-2ABD-40CB-AD6F-5B1B5924489E}" presName="theList" presStyleCnt="0"/>
      <dgm:spPr/>
    </dgm:pt>
    <dgm:pt modelId="{5613BBED-2A0A-4E9B-B89D-052232CD7F4E}" type="pres">
      <dgm:prSet presAssocID="{93D3BE20-FE97-43B1-804D-E2D7B4653755}" presName="aNode" presStyleLbl="fgAcc1" presStyleIdx="0" presStyleCnt="3" custScaleX="87127" custScaleY="47318" custLinFactNeighborX="-16978" custLinFactNeighborY="44977">
        <dgm:presLayoutVars>
          <dgm:bulletEnabled val="1"/>
        </dgm:presLayoutVars>
      </dgm:prSet>
      <dgm:spPr/>
    </dgm:pt>
    <dgm:pt modelId="{ED91B5A9-44D4-408F-B340-7AC6B3ACB86A}" type="pres">
      <dgm:prSet presAssocID="{93D3BE20-FE97-43B1-804D-E2D7B4653755}" presName="aSpace" presStyleCnt="0"/>
      <dgm:spPr/>
    </dgm:pt>
    <dgm:pt modelId="{42EB260D-D03A-43AC-9DB3-0E77AF3AD14C}" type="pres">
      <dgm:prSet presAssocID="{841D6493-D7BF-4216-960D-BC2D6E533C30}" presName="aNode" presStyleLbl="fgAcc1" presStyleIdx="1" presStyleCnt="3" custScaleX="192612" custScaleY="54301" custLinFactY="5002" custLinFactNeighborX="-15308" custLinFactNeighborY="100000">
        <dgm:presLayoutVars>
          <dgm:bulletEnabled val="1"/>
        </dgm:presLayoutVars>
      </dgm:prSet>
      <dgm:spPr/>
    </dgm:pt>
    <dgm:pt modelId="{C183A3F8-D896-44A9-BB26-81E6A9B6D07F}" type="pres">
      <dgm:prSet presAssocID="{841D6493-D7BF-4216-960D-BC2D6E533C30}" presName="aSpace" presStyleCnt="0"/>
      <dgm:spPr/>
    </dgm:pt>
    <dgm:pt modelId="{8E461BA7-A2E3-400C-9914-E4EB9EDD8492}" type="pres">
      <dgm:prSet presAssocID="{A6995314-D42F-4F62-ACB1-9E2FD2009461}" presName="aNode" presStyleLbl="fgAcc1" presStyleIdx="2" presStyleCnt="3" custScaleX="192612" custScaleY="69390" custLinFactY="9106" custLinFactNeighborX="-15308" custLinFactNeighborY="100000">
        <dgm:presLayoutVars>
          <dgm:bulletEnabled val="1"/>
        </dgm:presLayoutVars>
      </dgm:prSet>
      <dgm:spPr/>
    </dgm:pt>
    <dgm:pt modelId="{15018EA6-EA58-48B1-A7BB-94BBC1EB0538}" type="pres">
      <dgm:prSet presAssocID="{A6995314-D42F-4F62-ACB1-9E2FD2009461}" presName="aSpace" presStyleCnt="0"/>
      <dgm:spPr/>
    </dgm:pt>
  </dgm:ptLst>
  <dgm:cxnLst>
    <dgm:cxn modelId="{9FBB4802-3EFB-44B5-885F-3E4CF47CFC0B}" srcId="{A6995314-D42F-4F62-ACB1-9E2FD2009461}" destId="{59ADC34B-2291-40D4-B624-5D38B9853D05}" srcOrd="2" destOrd="0" parTransId="{C54983EB-088F-4891-8C06-F684F36D7C9F}" sibTransId="{727DA7A3-1155-443D-BAE3-BD3662601AB7}"/>
    <dgm:cxn modelId="{1FD5FD03-D5DE-4944-8A23-80C15720EDA7}" srcId="{F3D51734-2ABD-40CB-AD6F-5B1B5924489E}" destId="{A6995314-D42F-4F62-ACB1-9E2FD2009461}" srcOrd="2" destOrd="0" parTransId="{A974A530-C88B-4E9F-AFE5-527459A56870}" sibTransId="{00F3644C-26D1-4317-8AF4-E758659DE743}"/>
    <dgm:cxn modelId="{18CF9A05-EB0E-4D30-9F94-B7E11D6D86F5}" type="presOf" srcId="{851F0B49-9CB2-4D82-81F1-32277DEDDA21}" destId="{8E461BA7-A2E3-400C-9914-E4EB9EDD8492}" srcOrd="0" destOrd="2" presId="urn:microsoft.com/office/officeart/2005/8/layout/pyramid2"/>
    <dgm:cxn modelId="{091E760A-A2E8-4B67-9F23-981FD99ADF6A}" type="presOf" srcId="{1E82DF4F-9EE7-4883-A801-6335FE64DEAB}" destId="{42EB260D-D03A-43AC-9DB3-0E77AF3AD14C}" srcOrd="0" destOrd="2" presId="urn:microsoft.com/office/officeart/2005/8/layout/pyramid2"/>
    <dgm:cxn modelId="{BD2F921A-B1ED-47C0-A795-426173C5920C}" type="presOf" srcId="{93D3BE20-FE97-43B1-804D-E2D7B4653755}" destId="{5613BBED-2A0A-4E9B-B89D-052232CD7F4E}" srcOrd="0" destOrd="0" presId="urn:microsoft.com/office/officeart/2005/8/layout/pyramid2"/>
    <dgm:cxn modelId="{88D36334-3F0C-45C6-B19B-59992BC7D122}" type="presOf" srcId="{BB5F01A4-077E-448C-B51B-E824EDF10407}" destId="{42EB260D-D03A-43AC-9DB3-0E77AF3AD14C}" srcOrd="0" destOrd="1" presId="urn:microsoft.com/office/officeart/2005/8/layout/pyramid2"/>
    <dgm:cxn modelId="{64660564-4123-46FC-81C3-BF13E3B3B6C4}" srcId="{A6995314-D42F-4F62-ACB1-9E2FD2009461}" destId="{33939363-0D5A-4D35-A3CA-6E723BF56AF9}" srcOrd="0" destOrd="0" parTransId="{19A54562-7D96-479A-BE15-684589EB5E36}" sibTransId="{313B90A0-B285-4410-BD7D-89FC6C46EF5E}"/>
    <dgm:cxn modelId="{D5E84548-0E14-42DB-B1A0-45DD9ED35E6A}" type="presOf" srcId="{59ADC34B-2291-40D4-B624-5D38B9853D05}" destId="{8E461BA7-A2E3-400C-9914-E4EB9EDD8492}" srcOrd="0" destOrd="3" presId="urn:microsoft.com/office/officeart/2005/8/layout/pyramid2"/>
    <dgm:cxn modelId="{DA1D6697-C49A-483C-AA2F-2E4CD2D14BB3}" srcId="{841D6493-D7BF-4216-960D-BC2D6E533C30}" destId="{BB5F01A4-077E-448C-B51B-E824EDF10407}" srcOrd="0" destOrd="0" parTransId="{078335DA-BD29-4C8E-8146-77658D746A2E}" sibTransId="{92EDEE3A-114A-4720-99BA-C8D3E741CA9D}"/>
    <dgm:cxn modelId="{360A999A-3EB9-4F77-AEC3-BEAC32556D08}" type="presOf" srcId="{F3D51734-2ABD-40CB-AD6F-5B1B5924489E}" destId="{0B614B74-91B7-484D-AEA7-F80373D27DB0}" srcOrd="0" destOrd="0" presId="urn:microsoft.com/office/officeart/2005/8/layout/pyramid2"/>
    <dgm:cxn modelId="{75DE5DA3-6923-43E4-81AD-A8BC6AD5ADC0}" srcId="{A6995314-D42F-4F62-ACB1-9E2FD2009461}" destId="{851F0B49-9CB2-4D82-81F1-32277DEDDA21}" srcOrd="1" destOrd="0" parTransId="{EA1050BB-D5E9-4D02-838C-CC8DD55DA3B4}" sibTransId="{8D433910-66C3-45A9-8848-268DCEB76448}"/>
    <dgm:cxn modelId="{CBCAB3B0-EF6D-4354-87E2-BF23627CE0E2}" srcId="{F3D51734-2ABD-40CB-AD6F-5B1B5924489E}" destId="{93D3BE20-FE97-43B1-804D-E2D7B4653755}" srcOrd="0" destOrd="0" parTransId="{8AF765E3-731E-4C19-B571-6CA3AA39B8ED}" sibTransId="{F9B4EDA5-31AB-4AF7-A7C7-2B62A2A6E8AF}"/>
    <dgm:cxn modelId="{3FE423CE-DBCE-4760-A023-354B7DB517D6}" type="presOf" srcId="{33939363-0D5A-4D35-A3CA-6E723BF56AF9}" destId="{8E461BA7-A2E3-400C-9914-E4EB9EDD8492}" srcOrd="0" destOrd="1" presId="urn:microsoft.com/office/officeart/2005/8/layout/pyramid2"/>
    <dgm:cxn modelId="{9333F2DF-AD74-48EF-81E9-E4CE801CECF8}" type="presOf" srcId="{A6995314-D42F-4F62-ACB1-9E2FD2009461}" destId="{8E461BA7-A2E3-400C-9914-E4EB9EDD8492}" srcOrd="0" destOrd="0" presId="urn:microsoft.com/office/officeart/2005/8/layout/pyramid2"/>
    <dgm:cxn modelId="{999105E3-173A-4F02-920A-689F412041D2}" srcId="{841D6493-D7BF-4216-960D-BC2D6E533C30}" destId="{1E82DF4F-9EE7-4883-A801-6335FE64DEAB}" srcOrd="1" destOrd="0" parTransId="{27984869-859E-4D26-85FD-75244604FF0A}" sibTransId="{88E4BF29-8AA0-4C0C-8CD0-3A3BD1FA602D}"/>
    <dgm:cxn modelId="{AD9C8EEB-3933-472D-A295-A2E56E609B47}" type="presOf" srcId="{841D6493-D7BF-4216-960D-BC2D6E533C30}" destId="{42EB260D-D03A-43AC-9DB3-0E77AF3AD14C}" srcOrd="0" destOrd="0" presId="urn:microsoft.com/office/officeart/2005/8/layout/pyramid2"/>
    <dgm:cxn modelId="{379BEEF0-083B-41C6-8E3A-BCA86D69B302}" srcId="{F3D51734-2ABD-40CB-AD6F-5B1B5924489E}" destId="{841D6493-D7BF-4216-960D-BC2D6E533C30}" srcOrd="1" destOrd="0" parTransId="{314AEAEC-D17C-49B3-A176-77583AA08A23}" sibTransId="{08656F87-B036-4F11-9104-9967A8C75ABA}"/>
    <dgm:cxn modelId="{7AE4F69C-4938-41DF-8F4F-5327695D9ACA}" type="presParOf" srcId="{0B614B74-91B7-484D-AEA7-F80373D27DB0}" destId="{7C6FBE8D-B5C8-40D5-977A-47A59E7B0F65}" srcOrd="0" destOrd="0" presId="urn:microsoft.com/office/officeart/2005/8/layout/pyramid2"/>
    <dgm:cxn modelId="{6861E301-0E02-40AD-8E5E-A1421EF67B5E}" type="presParOf" srcId="{0B614B74-91B7-484D-AEA7-F80373D27DB0}" destId="{5B31F053-6106-48CD-8079-F8ED28865C8D}" srcOrd="1" destOrd="0" presId="urn:microsoft.com/office/officeart/2005/8/layout/pyramid2"/>
    <dgm:cxn modelId="{4C7415C3-72FD-43C0-8DE9-368256A11313}" type="presParOf" srcId="{5B31F053-6106-48CD-8079-F8ED28865C8D}" destId="{5613BBED-2A0A-4E9B-B89D-052232CD7F4E}" srcOrd="0" destOrd="0" presId="urn:microsoft.com/office/officeart/2005/8/layout/pyramid2"/>
    <dgm:cxn modelId="{5E287E88-1859-41B7-9FC3-67418C23268B}" type="presParOf" srcId="{5B31F053-6106-48CD-8079-F8ED28865C8D}" destId="{ED91B5A9-44D4-408F-B340-7AC6B3ACB86A}" srcOrd="1" destOrd="0" presId="urn:microsoft.com/office/officeart/2005/8/layout/pyramid2"/>
    <dgm:cxn modelId="{B6FE8EBD-50C6-478E-B951-8133B93B46CB}" type="presParOf" srcId="{5B31F053-6106-48CD-8079-F8ED28865C8D}" destId="{42EB260D-D03A-43AC-9DB3-0E77AF3AD14C}" srcOrd="2" destOrd="0" presId="urn:microsoft.com/office/officeart/2005/8/layout/pyramid2"/>
    <dgm:cxn modelId="{1BCB09EA-51E2-43C1-ACDB-155B4FB57307}" type="presParOf" srcId="{5B31F053-6106-48CD-8079-F8ED28865C8D}" destId="{C183A3F8-D896-44A9-BB26-81E6A9B6D07F}" srcOrd="3" destOrd="0" presId="urn:microsoft.com/office/officeart/2005/8/layout/pyramid2"/>
    <dgm:cxn modelId="{39B4AA8D-2700-41A9-9185-809A9A61A597}" type="presParOf" srcId="{5B31F053-6106-48CD-8079-F8ED28865C8D}" destId="{8E461BA7-A2E3-400C-9914-E4EB9EDD8492}" srcOrd="4" destOrd="0" presId="urn:microsoft.com/office/officeart/2005/8/layout/pyramid2"/>
    <dgm:cxn modelId="{20132534-E9F1-4C56-9007-DF5FA31B8D31}" type="presParOf" srcId="{5B31F053-6106-48CD-8079-F8ED28865C8D}" destId="{15018EA6-EA58-48B1-A7BB-94BBC1EB0538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5A8144-6F2E-4274-AD25-1B22DD7F7E23}" type="doc">
      <dgm:prSet loTypeId="urn:microsoft.com/office/officeart/2005/8/layout/hProcess9" loCatId="process" qsTypeId="urn:microsoft.com/office/officeart/2005/8/quickstyle/simple1" qsCatId="simple" csTypeId="urn:microsoft.com/office/officeart/2005/8/colors/accent2_1" csCatId="accent2" phldr="1"/>
      <dgm:spPr/>
    </dgm:pt>
    <dgm:pt modelId="{6B628907-00FA-430E-95E3-546E463D795E}">
      <dgm:prSet phldrT="[Text]"/>
      <dgm:spPr/>
      <dgm:t>
        <a:bodyPr/>
        <a:lstStyle/>
        <a:p>
          <a:r>
            <a:rPr lang="en-US" dirty="0"/>
            <a:t>Book periodic meetings with the team</a:t>
          </a:r>
        </a:p>
      </dgm:t>
    </dgm:pt>
    <dgm:pt modelId="{0F137A99-76F0-411F-97A3-FA327A847542}" type="parTrans" cxnId="{0BE78AB1-D62B-4C5B-A4C4-BE5209E04BCB}">
      <dgm:prSet/>
      <dgm:spPr/>
      <dgm:t>
        <a:bodyPr/>
        <a:lstStyle/>
        <a:p>
          <a:endParaRPr lang="en-US"/>
        </a:p>
      </dgm:t>
    </dgm:pt>
    <dgm:pt modelId="{129FE88D-19A2-42C7-8405-1BB30782E29D}" type="sibTrans" cxnId="{0BE78AB1-D62B-4C5B-A4C4-BE5209E04BCB}">
      <dgm:prSet/>
      <dgm:spPr/>
      <dgm:t>
        <a:bodyPr/>
        <a:lstStyle/>
        <a:p>
          <a:endParaRPr lang="en-US"/>
        </a:p>
      </dgm:t>
    </dgm:pt>
    <dgm:pt modelId="{60759846-C6A2-43BF-A95B-9FDCC508E95A}">
      <dgm:prSet/>
      <dgm:spPr/>
      <dgm:t>
        <a:bodyPr/>
        <a:lstStyle/>
        <a:p>
          <a:r>
            <a:rPr lang="en-US" dirty="0"/>
            <a:t>Operations Team</a:t>
          </a:r>
        </a:p>
      </dgm:t>
    </dgm:pt>
    <dgm:pt modelId="{2AB73B99-4A26-4038-A6CC-AB173DD1E1F2}" type="parTrans" cxnId="{33BE5E88-BC07-4F6F-8DA3-96332627B7C1}">
      <dgm:prSet/>
      <dgm:spPr/>
      <dgm:t>
        <a:bodyPr/>
        <a:lstStyle/>
        <a:p>
          <a:endParaRPr lang="en-US"/>
        </a:p>
      </dgm:t>
    </dgm:pt>
    <dgm:pt modelId="{D49A180C-7EB7-42EB-87C4-7F75AA5E01D1}" type="sibTrans" cxnId="{33BE5E88-BC07-4F6F-8DA3-96332627B7C1}">
      <dgm:prSet/>
      <dgm:spPr/>
      <dgm:t>
        <a:bodyPr/>
        <a:lstStyle/>
        <a:p>
          <a:endParaRPr lang="en-US"/>
        </a:p>
      </dgm:t>
    </dgm:pt>
    <dgm:pt modelId="{2714BB81-BEDC-4EB7-9E69-215377BE6152}">
      <dgm:prSet/>
      <dgm:spPr/>
      <dgm:t>
        <a:bodyPr/>
        <a:lstStyle/>
        <a:p>
          <a:r>
            <a:rPr lang="en-US" dirty="0"/>
            <a:t>Management Team</a:t>
          </a:r>
        </a:p>
      </dgm:t>
    </dgm:pt>
    <dgm:pt modelId="{2412A5AD-8E96-4498-ADFF-6262A24CB95C}" type="parTrans" cxnId="{205A3CDD-49C7-4A31-BC1D-354EDB3F4898}">
      <dgm:prSet/>
      <dgm:spPr/>
      <dgm:t>
        <a:bodyPr/>
        <a:lstStyle/>
        <a:p>
          <a:endParaRPr lang="en-US"/>
        </a:p>
      </dgm:t>
    </dgm:pt>
    <dgm:pt modelId="{D92CB756-555D-4789-BDE7-F0CFE0068DED}" type="sibTrans" cxnId="{205A3CDD-49C7-4A31-BC1D-354EDB3F4898}">
      <dgm:prSet/>
      <dgm:spPr/>
      <dgm:t>
        <a:bodyPr/>
        <a:lstStyle/>
        <a:p>
          <a:endParaRPr lang="en-US"/>
        </a:p>
      </dgm:t>
    </dgm:pt>
    <dgm:pt modelId="{5371D60E-2424-4739-A085-DF261A23826C}">
      <dgm:prSet/>
      <dgm:spPr/>
      <dgm:t>
        <a:bodyPr/>
        <a:lstStyle/>
        <a:p>
          <a:r>
            <a:rPr lang="en-US" dirty="0"/>
            <a:t>Strategy Team</a:t>
          </a:r>
        </a:p>
      </dgm:t>
    </dgm:pt>
    <dgm:pt modelId="{36EC6E32-FFD7-448E-8BF2-4B44A2DEFA5C}" type="parTrans" cxnId="{A25FDE8E-3E1A-43F7-93E9-5995BEB941BC}">
      <dgm:prSet/>
      <dgm:spPr/>
      <dgm:t>
        <a:bodyPr/>
        <a:lstStyle/>
        <a:p>
          <a:endParaRPr lang="en-US"/>
        </a:p>
      </dgm:t>
    </dgm:pt>
    <dgm:pt modelId="{178C26AD-2181-4FF6-AFE1-58ABEE33B854}" type="sibTrans" cxnId="{A25FDE8E-3E1A-43F7-93E9-5995BEB941BC}">
      <dgm:prSet/>
      <dgm:spPr/>
      <dgm:t>
        <a:bodyPr/>
        <a:lstStyle/>
        <a:p>
          <a:endParaRPr lang="en-US"/>
        </a:p>
      </dgm:t>
    </dgm:pt>
    <dgm:pt modelId="{349D97F7-60F2-4CC2-8222-5A325E2E8725}">
      <dgm:prSet/>
      <dgm:spPr/>
      <dgm:t>
        <a:bodyPr/>
        <a:lstStyle/>
        <a:p>
          <a:r>
            <a:rPr lang="en-US" dirty="0"/>
            <a:t>Development Team Use proactive and reactive indicators :</a:t>
          </a:r>
        </a:p>
      </dgm:t>
    </dgm:pt>
    <dgm:pt modelId="{11C3B155-26C7-4D90-B74B-87C410A6C415}" type="parTrans" cxnId="{9E7BDA3E-734B-46A2-AC33-DB3E90234B70}">
      <dgm:prSet/>
      <dgm:spPr/>
      <dgm:t>
        <a:bodyPr/>
        <a:lstStyle/>
        <a:p>
          <a:endParaRPr lang="en-US"/>
        </a:p>
      </dgm:t>
    </dgm:pt>
    <dgm:pt modelId="{F7906DED-ED1E-4A82-87C1-A564D2C41EFA}" type="sibTrans" cxnId="{9E7BDA3E-734B-46A2-AC33-DB3E90234B70}">
      <dgm:prSet/>
      <dgm:spPr/>
      <dgm:t>
        <a:bodyPr/>
        <a:lstStyle/>
        <a:p>
          <a:endParaRPr lang="en-US"/>
        </a:p>
      </dgm:t>
    </dgm:pt>
    <dgm:pt modelId="{8AB0AA85-7835-4CB6-8A12-CF1828B8170E}">
      <dgm:prSet/>
      <dgm:spPr/>
      <dgm:t>
        <a:bodyPr/>
        <a:lstStyle/>
        <a:p>
          <a:r>
            <a:rPr lang="en-US" dirty="0"/>
            <a:t>Roadmap planning </a:t>
          </a:r>
        </a:p>
      </dgm:t>
    </dgm:pt>
    <dgm:pt modelId="{3A743DA4-83FF-411D-984D-6EE784EA4ED8}" type="parTrans" cxnId="{B4FBFE96-F345-4199-938E-AA3114CB38B5}">
      <dgm:prSet/>
      <dgm:spPr/>
      <dgm:t>
        <a:bodyPr/>
        <a:lstStyle/>
        <a:p>
          <a:endParaRPr lang="en-US"/>
        </a:p>
      </dgm:t>
    </dgm:pt>
    <dgm:pt modelId="{D4456A1C-379E-4093-9BAB-BBABEC58213D}" type="sibTrans" cxnId="{B4FBFE96-F345-4199-938E-AA3114CB38B5}">
      <dgm:prSet/>
      <dgm:spPr/>
      <dgm:t>
        <a:bodyPr/>
        <a:lstStyle/>
        <a:p>
          <a:endParaRPr lang="en-US"/>
        </a:p>
      </dgm:t>
    </dgm:pt>
    <dgm:pt modelId="{3646961E-9989-4C68-97D8-55E79816A4A2}">
      <dgm:prSet/>
      <dgm:spPr/>
      <dgm:t>
        <a:bodyPr/>
        <a:lstStyle/>
        <a:p>
          <a:r>
            <a:rPr lang="en-US" dirty="0"/>
            <a:t>Building Business Processes </a:t>
          </a:r>
        </a:p>
      </dgm:t>
    </dgm:pt>
    <dgm:pt modelId="{79C3D355-B77F-45B2-85AE-1826CAF69A45}" type="parTrans" cxnId="{028BB70B-6FAE-4C49-99D4-1519A7211958}">
      <dgm:prSet/>
      <dgm:spPr/>
      <dgm:t>
        <a:bodyPr/>
        <a:lstStyle/>
        <a:p>
          <a:endParaRPr lang="en-US"/>
        </a:p>
      </dgm:t>
    </dgm:pt>
    <dgm:pt modelId="{32D6DB17-C11D-4D21-8273-A9FA409417A7}" type="sibTrans" cxnId="{028BB70B-6FAE-4C49-99D4-1519A7211958}">
      <dgm:prSet/>
      <dgm:spPr/>
      <dgm:t>
        <a:bodyPr/>
        <a:lstStyle/>
        <a:p>
          <a:endParaRPr lang="en-US"/>
        </a:p>
      </dgm:t>
    </dgm:pt>
    <dgm:pt modelId="{FFC127CA-790A-404D-89D0-25955B09EB1B}">
      <dgm:prSet/>
      <dgm:spPr/>
      <dgm:t>
        <a:bodyPr/>
        <a:lstStyle/>
        <a:p>
          <a:r>
            <a:rPr lang="en-US" dirty="0"/>
            <a:t>Overall </a:t>
          </a:r>
          <a:r>
            <a:rPr lang="en-US"/>
            <a:t>function health</a:t>
          </a:r>
          <a:endParaRPr lang="en-US" dirty="0"/>
        </a:p>
      </dgm:t>
    </dgm:pt>
    <dgm:pt modelId="{B416E54B-0581-4BA7-B2C9-ED8BD2D7E5EF}" type="parTrans" cxnId="{EE891990-643C-4B2A-9E5D-A68AE2243D5C}">
      <dgm:prSet/>
      <dgm:spPr/>
      <dgm:t>
        <a:bodyPr/>
        <a:lstStyle/>
        <a:p>
          <a:endParaRPr lang="en-US"/>
        </a:p>
      </dgm:t>
    </dgm:pt>
    <dgm:pt modelId="{6CFCEE0F-14D6-4AA8-A9BC-DCE12F3B15D1}" type="sibTrans" cxnId="{EE891990-643C-4B2A-9E5D-A68AE2243D5C}">
      <dgm:prSet/>
      <dgm:spPr/>
      <dgm:t>
        <a:bodyPr/>
        <a:lstStyle/>
        <a:p>
          <a:endParaRPr lang="en-US"/>
        </a:p>
      </dgm:t>
    </dgm:pt>
    <dgm:pt modelId="{DB4DEE26-BA4F-40A3-830E-1040CB118E51}" type="pres">
      <dgm:prSet presAssocID="{F15A8144-6F2E-4274-AD25-1B22DD7F7E23}" presName="CompostProcess" presStyleCnt="0">
        <dgm:presLayoutVars>
          <dgm:dir/>
          <dgm:resizeHandles val="exact"/>
        </dgm:presLayoutVars>
      </dgm:prSet>
      <dgm:spPr/>
    </dgm:pt>
    <dgm:pt modelId="{8CFC7790-35BB-4DBB-B9C0-3E0506045885}" type="pres">
      <dgm:prSet presAssocID="{F15A8144-6F2E-4274-AD25-1B22DD7F7E23}" presName="arrow" presStyleLbl="bgShp" presStyleIdx="0" presStyleCnt="1"/>
      <dgm:spPr/>
    </dgm:pt>
    <dgm:pt modelId="{D7E8CDEF-F746-4C44-9C13-F82FE594C35A}" type="pres">
      <dgm:prSet presAssocID="{F15A8144-6F2E-4274-AD25-1B22DD7F7E23}" presName="linearProcess" presStyleCnt="0"/>
      <dgm:spPr/>
    </dgm:pt>
    <dgm:pt modelId="{9310417B-FBB4-4CBD-A164-E70F7B3A335A}" type="pres">
      <dgm:prSet presAssocID="{6B628907-00FA-430E-95E3-546E463D795E}" presName="textNode" presStyleLbl="node1" presStyleIdx="0" presStyleCnt="2">
        <dgm:presLayoutVars>
          <dgm:bulletEnabled val="1"/>
        </dgm:presLayoutVars>
      </dgm:prSet>
      <dgm:spPr/>
    </dgm:pt>
    <dgm:pt modelId="{FF2F5D6C-9D79-48F7-949B-CC6CD6A5D58F}" type="pres">
      <dgm:prSet presAssocID="{129FE88D-19A2-42C7-8405-1BB30782E29D}" presName="sibTrans" presStyleCnt="0"/>
      <dgm:spPr/>
    </dgm:pt>
    <dgm:pt modelId="{7A3CA3B7-F122-4DF0-8767-B2688C12C4A2}" type="pres">
      <dgm:prSet presAssocID="{349D97F7-60F2-4CC2-8222-5A325E2E8725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28BB70B-6FAE-4C49-99D4-1519A7211958}" srcId="{349D97F7-60F2-4CC2-8222-5A325E2E8725}" destId="{3646961E-9989-4C68-97D8-55E79816A4A2}" srcOrd="1" destOrd="0" parTransId="{79C3D355-B77F-45B2-85AE-1826CAF69A45}" sibTransId="{32D6DB17-C11D-4D21-8273-A9FA409417A7}"/>
    <dgm:cxn modelId="{5DAF9F1A-C38B-41BC-A319-714FDA276463}" type="presOf" srcId="{6B628907-00FA-430E-95E3-546E463D795E}" destId="{9310417B-FBB4-4CBD-A164-E70F7B3A335A}" srcOrd="0" destOrd="0" presId="urn:microsoft.com/office/officeart/2005/8/layout/hProcess9"/>
    <dgm:cxn modelId="{6FE94831-EE28-4204-842E-FB6071F4DFD4}" type="presOf" srcId="{8AB0AA85-7835-4CB6-8A12-CF1828B8170E}" destId="{7A3CA3B7-F122-4DF0-8767-B2688C12C4A2}" srcOrd="0" destOrd="1" presId="urn:microsoft.com/office/officeart/2005/8/layout/hProcess9"/>
    <dgm:cxn modelId="{BFF6FC3B-EFB8-40DC-BE05-A098A9310EB2}" type="presOf" srcId="{2714BB81-BEDC-4EB7-9E69-215377BE6152}" destId="{9310417B-FBB4-4CBD-A164-E70F7B3A335A}" srcOrd="0" destOrd="2" presId="urn:microsoft.com/office/officeart/2005/8/layout/hProcess9"/>
    <dgm:cxn modelId="{9E7BDA3E-734B-46A2-AC33-DB3E90234B70}" srcId="{F15A8144-6F2E-4274-AD25-1B22DD7F7E23}" destId="{349D97F7-60F2-4CC2-8222-5A325E2E8725}" srcOrd="1" destOrd="0" parTransId="{11C3B155-26C7-4D90-B74B-87C410A6C415}" sibTransId="{F7906DED-ED1E-4A82-87C1-A564D2C41EFA}"/>
    <dgm:cxn modelId="{295E8160-DA9E-4063-B67B-D8256A52FC73}" type="presOf" srcId="{60759846-C6A2-43BF-A95B-9FDCC508E95A}" destId="{9310417B-FBB4-4CBD-A164-E70F7B3A335A}" srcOrd="0" destOrd="1" presId="urn:microsoft.com/office/officeart/2005/8/layout/hProcess9"/>
    <dgm:cxn modelId="{AC88D046-3ADF-4D5D-BBE9-3A7BA1F05E43}" type="presOf" srcId="{FFC127CA-790A-404D-89D0-25955B09EB1B}" destId="{7A3CA3B7-F122-4DF0-8767-B2688C12C4A2}" srcOrd="0" destOrd="3" presId="urn:microsoft.com/office/officeart/2005/8/layout/hProcess9"/>
    <dgm:cxn modelId="{4E34A648-A60D-4CBD-82D1-3366F6CEA9A2}" type="presOf" srcId="{5371D60E-2424-4739-A085-DF261A23826C}" destId="{9310417B-FBB4-4CBD-A164-E70F7B3A335A}" srcOrd="0" destOrd="3" presId="urn:microsoft.com/office/officeart/2005/8/layout/hProcess9"/>
    <dgm:cxn modelId="{33BE5E88-BC07-4F6F-8DA3-96332627B7C1}" srcId="{6B628907-00FA-430E-95E3-546E463D795E}" destId="{60759846-C6A2-43BF-A95B-9FDCC508E95A}" srcOrd="0" destOrd="0" parTransId="{2AB73B99-4A26-4038-A6CC-AB173DD1E1F2}" sibTransId="{D49A180C-7EB7-42EB-87C4-7F75AA5E01D1}"/>
    <dgm:cxn modelId="{A25FDE8E-3E1A-43F7-93E9-5995BEB941BC}" srcId="{6B628907-00FA-430E-95E3-546E463D795E}" destId="{5371D60E-2424-4739-A085-DF261A23826C}" srcOrd="2" destOrd="0" parTransId="{36EC6E32-FFD7-448E-8BF2-4B44A2DEFA5C}" sibTransId="{178C26AD-2181-4FF6-AFE1-58ABEE33B854}"/>
    <dgm:cxn modelId="{EE891990-643C-4B2A-9E5D-A68AE2243D5C}" srcId="{349D97F7-60F2-4CC2-8222-5A325E2E8725}" destId="{FFC127CA-790A-404D-89D0-25955B09EB1B}" srcOrd="2" destOrd="0" parTransId="{B416E54B-0581-4BA7-B2C9-ED8BD2D7E5EF}" sibTransId="{6CFCEE0F-14D6-4AA8-A9BC-DCE12F3B15D1}"/>
    <dgm:cxn modelId="{B4FBFE96-F345-4199-938E-AA3114CB38B5}" srcId="{349D97F7-60F2-4CC2-8222-5A325E2E8725}" destId="{8AB0AA85-7835-4CB6-8A12-CF1828B8170E}" srcOrd="0" destOrd="0" parTransId="{3A743DA4-83FF-411D-984D-6EE784EA4ED8}" sibTransId="{D4456A1C-379E-4093-9BAB-BBABEC58213D}"/>
    <dgm:cxn modelId="{0BE78AB1-D62B-4C5B-A4C4-BE5209E04BCB}" srcId="{F15A8144-6F2E-4274-AD25-1B22DD7F7E23}" destId="{6B628907-00FA-430E-95E3-546E463D795E}" srcOrd="0" destOrd="0" parTransId="{0F137A99-76F0-411F-97A3-FA327A847542}" sibTransId="{129FE88D-19A2-42C7-8405-1BB30782E29D}"/>
    <dgm:cxn modelId="{8581A8B7-16A1-40F6-BC63-478D6AC29643}" type="presOf" srcId="{3646961E-9989-4C68-97D8-55E79816A4A2}" destId="{7A3CA3B7-F122-4DF0-8767-B2688C12C4A2}" srcOrd="0" destOrd="2" presId="urn:microsoft.com/office/officeart/2005/8/layout/hProcess9"/>
    <dgm:cxn modelId="{205A3CDD-49C7-4A31-BC1D-354EDB3F4898}" srcId="{6B628907-00FA-430E-95E3-546E463D795E}" destId="{2714BB81-BEDC-4EB7-9E69-215377BE6152}" srcOrd="1" destOrd="0" parTransId="{2412A5AD-8E96-4498-ADFF-6262A24CB95C}" sibTransId="{D92CB756-555D-4789-BDE7-F0CFE0068DED}"/>
    <dgm:cxn modelId="{F62DE8DF-C1B9-45C6-B38D-8645683E4972}" type="presOf" srcId="{F15A8144-6F2E-4274-AD25-1B22DD7F7E23}" destId="{DB4DEE26-BA4F-40A3-830E-1040CB118E51}" srcOrd="0" destOrd="0" presId="urn:microsoft.com/office/officeart/2005/8/layout/hProcess9"/>
    <dgm:cxn modelId="{98FC17E3-15EB-4EF9-915E-B1DDD792BA0A}" type="presOf" srcId="{349D97F7-60F2-4CC2-8222-5A325E2E8725}" destId="{7A3CA3B7-F122-4DF0-8767-B2688C12C4A2}" srcOrd="0" destOrd="0" presId="urn:microsoft.com/office/officeart/2005/8/layout/hProcess9"/>
    <dgm:cxn modelId="{5D8C3599-ED51-48E1-A2E8-B9C2FC13CD1D}" type="presParOf" srcId="{DB4DEE26-BA4F-40A3-830E-1040CB118E51}" destId="{8CFC7790-35BB-4DBB-B9C0-3E0506045885}" srcOrd="0" destOrd="0" presId="urn:microsoft.com/office/officeart/2005/8/layout/hProcess9"/>
    <dgm:cxn modelId="{C4B3361C-98A2-4D10-93AB-41A7B8500429}" type="presParOf" srcId="{DB4DEE26-BA4F-40A3-830E-1040CB118E51}" destId="{D7E8CDEF-F746-4C44-9C13-F82FE594C35A}" srcOrd="1" destOrd="0" presId="urn:microsoft.com/office/officeart/2005/8/layout/hProcess9"/>
    <dgm:cxn modelId="{63A1ADC6-E70B-4198-8612-87C660C29EC1}" type="presParOf" srcId="{D7E8CDEF-F746-4C44-9C13-F82FE594C35A}" destId="{9310417B-FBB4-4CBD-A164-E70F7B3A335A}" srcOrd="0" destOrd="0" presId="urn:microsoft.com/office/officeart/2005/8/layout/hProcess9"/>
    <dgm:cxn modelId="{E8FAD377-8D51-4566-A1F3-93B6B8E026EE}" type="presParOf" srcId="{D7E8CDEF-F746-4C44-9C13-F82FE594C35A}" destId="{FF2F5D6C-9D79-48F7-949B-CC6CD6A5D58F}" srcOrd="1" destOrd="0" presId="urn:microsoft.com/office/officeart/2005/8/layout/hProcess9"/>
    <dgm:cxn modelId="{68DB1B08-12C8-48E0-AB30-A3C47C7B3AA4}" type="presParOf" srcId="{D7E8CDEF-F746-4C44-9C13-F82FE594C35A}" destId="{7A3CA3B7-F122-4DF0-8767-B2688C12C4A2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15A8144-6F2E-4274-AD25-1B22DD7F7E23}" type="doc">
      <dgm:prSet loTypeId="urn:microsoft.com/office/officeart/2009/3/layout/StepUp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946112CA-A051-4092-9A0D-27395187F067}">
      <dgm:prSet/>
      <dgm:spPr/>
      <dgm:t>
        <a:bodyPr/>
        <a:lstStyle/>
        <a:p>
          <a:r>
            <a:rPr lang="en-US" dirty="0"/>
            <a:t>Fill the gaps identified</a:t>
          </a:r>
        </a:p>
      </dgm:t>
    </dgm:pt>
    <dgm:pt modelId="{163AAF64-451E-4E2B-A955-0208344703AF}" type="parTrans" cxnId="{E1C7F47D-D635-441B-938B-9983E4852DDB}">
      <dgm:prSet/>
      <dgm:spPr/>
      <dgm:t>
        <a:bodyPr/>
        <a:lstStyle/>
        <a:p>
          <a:endParaRPr lang="en-US"/>
        </a:p>
      </dgm:t>
    </dgm:pt>
    <dgm:pt modelId="{FE852CD4-A827-4354-BDC2-5525E699CB52}" type="sibTrans" cxnId="{E1C7F47D-D635-441B-938B-9983E4852DDB}">
      <dgm:prSet/>
      <dgm:spPr/>
      <dgm:t>
        <a:bodyPr/>
        <a:lstStyle/>
        <a:p>
          <a:endParaRPr lang="en-US"/>
        </a:p>
      </dgm:t>
    </dgm:pt>
    <dgm:pt modelId="{E85FEEDC-892C-4194-BA79-441E76585BDA}">
      <dgm:prSet/>
      <dgm:spPr/>
      <dgm:t>
        <a:bodyPr/>
        <a:lstStyle/>
        <a:p>
          <a:r>
            <a:rPr lang="en-US" dirty="0"/>
            <a:t>Operations </a:t>
          </a:r>
        </a:p>
      </dgm:t>
    </dgm:pt>
    <dgm:pt modelId="{FEAE0BB5-6834-43A4-A2C1-67A89FEE8A92}" type="parTrans" cxnId="{17E92886-9084-45D5-90C3-2CA1E15A733C}">
      <dgm:prSet/>
      <dgm:spPr/>
      <dgm:t>
        <a:bodyPr/>
        <a:lstStyle/>
        <a:p>
          <a:endParaRPr lang="en-US"/>
        </a:p>
      </dgm:t>
    </dgm:pt>
    <dgm:pt modelId="{5C9C047D-714C-4B26-9186-FA4FBF02A408}" type="sibTrans" cxnId="{17E92886-9084-45D5-90C3-2CA1E15A733C}">
      <dgm:prSet/>
      <dgm:spPr/>
      <dgm:t>
        <a:bodyPr/>
        <a:lstStyle/>
        <a:p>
          <a:endParaRPr lang="en-US"/>
        </a:p>
      </dgm:t>
    </dgm:pt>
    <dgm:pt modelId="{E914E662-0EAC-4753-8052-62C517A42F19}">
      <dgm:prSet/>
      <dgm:spPr/>
      <dgm:t>
        <a:bodyPr/>
        <a:lstStyle/>
        <a:p>
          <a:r>
            <a:rPr lang="en-US" dirty="0"/>
            <a:t>Project team </a:t>
          </a:r>
        </a:p>
      </dgm:t>
    </dgm:pt>
    <dgm:pt modelId="{A5A9B359-853A-4831-87CE-E941C1817D93}" type="parTrans" cxnId="{1F24F4BD-3EE3-4EC7-BC3B-12A48C1D9614}">
      <dgm:prSet/>
      <dgm:spPr/>
      <dgm:t>
        <a:bodyPr/>
        <a:lstStyle/>
        <a:p>
          <a:endParaRPr lang="en-US"/>
        </a:p>
      </dgm:t>
    </dgm:pt>
    <dgm:pt modelId="{28B75728-386C-4F9B-835F-EF290E38F144}" type="sibTrans" cxnId="{1F24F4BD-3EE3-4EC7-BC3B-12A48C1D9614}">
      <dgm:prSet/>
      <dgm:spPr/>
      <dgm:t>
        <a:bodyPr/>
        <a:lstStyle/>
        <a:p>
          <a:endParaRPr lang="en-US"/>
        </a:p>
      </dgm:t>
    </dgm:pt>
    <dgm:pt modelId="{BFB1D788-1658-4358-9EA0-FECC5552DDF8}">
      <dgm:prSet/>
      <dgm:spPr/>
      <dgm:t>
        <a:bodyPr/>
        <a:lstStyle/>
        <a:p>
          <a:r>
            <a:rPr lang="en-US" dirty="0"/>
            <a:t>Production Support Team</a:t>
          </a:r>
        </a:p>
      </dgm:t>
    </dgm:pt>
    <dgm:pt modelId="{0FF3FCF1-449B-4ACA-9145-85D51B256018}" type="parTrans" cxnId="{1158AE81-8605-4361-9532-7FC6B2E626C6}">
      <dgm:prSet/>
      <dgm:spPr/>
      <dgm:t>
        <a:bodyPr/>
        <a:lstStyle/>
        <a:p>
          <a:endParaRPr lang="en-US"/>
        </a:p>
      </dgm:t>
    </dgm:pt>
    <dgm:pt modelId="{283B4976-7E03-4A69-9B6D-97AF027CD93C}" type="sibTrans" cxnId="{1158AE81-8605-4361-9532-7FC6B2E626C6}">
      <dgm:prSet/>
      <dgm:spPr/>
      <dgm:t>
        <a:bodyPr/>
        <a:lstStyle/>
        <a:p>
          <a:endParaRPr lang="en-US"/>
        </a:p>
      </dgm:t>
    </dgm:pt>
    <dgm:pt modelId="{171B9EDF-43D7-4808-BCA8-48A75272B645}">
      <dgm:prSet/>
      <dgm:spPr/>
      <dgm:t>
        <a:bodyPr/>
        <a:lstStyle/>
        <a:p>
          <a:r>
            <a:rPr lang="en-US" dirty="0"/>
            <a:t>Developers/Engineers </a:t>
          </a:r>
        </a:p>
      </dgm:t>
    </dgm:pt>
    <dgm:pt modelId="{DA1F755A-A442-4B9E-8CC6-9E48954F1132}" type="parTrans" cxnId="{35813A6D-7F90-439B-AECE-0B8BB60E7EAE}">
      <dgm:prSet/>
      <dgm:spPr/>
      <dgm:t>
        <a:bodyPr/>
        <a:lstStyle/>
        <a:p>
          <a:endParaRPr lang="en-US"/>
        </a:p>
      </dgm:t>
    </dgm:pt>
    <dgm:pt modelId="{28C1E847-80FB-4132-992C-E55899AF082B}" type="sibTrans" cxnId="{35813A6D-7F90-439B-AECE-0B8BB60E7EAE}">
      <dgm:prSet/>
      <dgm:spPr/>
      <dgm:t>
        <a:bodyPr/>
        <a:lstStyle/>
        <a:p>
          <a:endParaRPr lang="en-US"/>
        </a:p>
      </dgm:t>
    </dgm:pt>
    <dgm:pt modelId="{253BED6E-D9A7-45D3-B2AC-DF126C938006}">
      <dgm:prSet/>
      <dgm:spPr/>
      <dgm:t>
        <a:bodyPr/>
        <a:lstStyle/>
        <a:p>
          <a:r>
            <a:rPr lang="en-US" dirty="0"/>
            <a:t>Business Analysts </a:t>
          </a:r>
        </a:p>
      </dgm:t>
    </dgm:pt>
    <dgm:pt modelId="{3FE8245D-7709-4DA2-A35B-6F3326180412}" type="parTrans" cxnId="{56694AEB-3D27-4D3D-BE9A-32E71A876FF2}">
      <dgm:prSet/>
      <dgm:spPr/>
      <dgm:t>
        <a:bodyPr/>
        <a:lstStyle/>
        <a:p>
          <a:endParaRPr lang="en-US"/>
        </a:p>
      </dgm:t>
    </dgm:pt>
    <dgm:pt modelId="{16819C0B-7A09-49A6-864D-B03E4CBC6A32}" type="sibTrans" cxnId="{56694AEB-3D27-4D3D-BE9A-32E71A876FF2}">
      <dgm:prSet/>
      <dgm:spPr/>
      <dgm:t>
        <a:bodyPr/>
        <a:lstStyle/>
        <a:p>
          <a:endParaRPr lang="en-US"/>
        </a:p>
      </dgm:t>
    </dgm:pt>
    <dgm:pt modelId="{45BBD2AE-E269-4E72-BA87-CA05E819DB75}">
      <dgm:prSet/>
      <dgm:spPr/>
      <dgm:t>
        <a:bodyPr/>
        <a:lstStyle/>
        <a:p>
          <a:r>
            <a:rPr lang="en-US" dirty="0"/>
            <a:t>Quality Analysts and testers </a:t>
          </a:r>
        </a:p>
      </dgm:t>
    </dgm:pt>
    <dgm:pt modelId="{D244E05E-9D2F-4B3A-ABBE-F6ED401B8DF2}" type="parTrans" cxnId="{D22BA9A6-6997-4B2E-9520-B234014B58FF}">
      <dgm:prSet/>
      <dgm:spPr/>
      <dgm:t>
        <a:bodyPr/>
        <a:lstStyle/>
        <a:p>
          <a:endParaRPr lang="en-US"/>
        </a:p>
      </dgm:t>
    </dgm:pt>
    <dgm:pt modelId="{97584073-E4F3-4CB0-A5A5-670EBA2D0EAD}" type="sibTrans" cxnId="{D22BA9A6-6997-4B2E-9520-B234014B58FF}">
      <dgm:prSet/>
      <dgm:spPr/>
      <dgm:t>
        <a:bodyPr/>
        <a:lstStyle/>
        <a:p>
          <a:endParaRPr lang="en-US"/>
        </a:p>
      </dgm:t>
    </dgm:pt>
    <dgm:pt modelId="{6298CC0E-28DC-45F7-BA6C-3EC63F7BFC5D}">
      <dgm:prSet/>
      <dgm:spPr/>
      <dgm:t>
        <a:bodyPr/>
        <a:lstStyle/>
        <a:p>
          <a:r>
            <a:rPr lang="en-US" dirty="0"/>
            <a:t>PM – Scrum Master, Project Managers, Product owners</a:t>
          </a:r>
        </a:p>
      </dgm:t>
    </dgm:pt>
    <dgm:pt modelId="{C882BAAD-0223-47C3-A33D-75D084DE7437}" type="parTrans" cxnId="{205F58E0-7559-4177-AF97-B0F4D145DD73}">
      <dgm:prSet/>
      <dgm:spPr/>
      <dgm:t>
        <a:bodyPr/>
        <a:lstStyle/>
        <a:p>
          <a:endParaRPr lang="en-US"/>
        </a:p>
      </dgm:t>
    </dgm:pt>
    <dgm:pt modelId="{DA4D087E-278B-401E-8318-755B0D5D788C}" type="sibTrans" cxnId="{205F58E0-7559-4177-AF97-B0F4D145DD73}">
      <dgm:prSet/>
      <dgm:spPr/>
      <dgm:t>
        <a:bodyPr/>
        <a:lstStyle/>
        <a:p>
          <a:endParaRPr lang="en-US"/>
        </a:p>
      </dgm:t>
    </dgm:pt>
    <dgm:pt modelId="{B068DAB9-F8D9-44A7-BC52-718F3D9607FC}">
      <dgm:prSet/>
      <dgm:spPr/>
      <dgm:t>
        <a:bodyPr/>
        <a:lstStyle/>
        <a:p>
          <a:r>
            <a:rPr lang="en-US"/>
            <a:t>Strategy – Executive Team </a:t>
          </a:r>
          <a:endParaRPr lang="en-US" dirty="0"/>
        </a:p>
      </dgm:t>
    </dgm:pt>
    <dgm:pt modelId="{58F0F7B4-2D2F-4801-BD14-7F00BD898420}" type="parTrans" cxnId="{39C39944-246B-415A-A302-811B6589B5D6}">
      <dgm:prSet/>
      <dgm:spPr/>
      <dgm:t>
        <a:bodyPr/>
        <a:lstStyle/>
        <a:p>
          <a:endParaRPr lang="en-US"/>
        </a:p>
      </dgm:t>
    </dgm:pt>
    <dgm:pt modelId="{BBF08264-46F9-4DD4-9437-3E16EB2C439D}" type="sibTrans" cxnId="{39C39944-246B-415A-A302-811B6589B5D6}">
      <dgm:prSet/>
      <dgm:spPr/>
      <dgm:t>
        <a:bodyPr/>
        <a:lstStyle/>
        <a:p>
          <a:endParaRPr lang="en-US"/>
        </a:p>
      </dgm:t>
    </dgm:pt>
    <dgm:pt modelId="{A09AE991-9BB6-4E52-B733-08AA4607B921}">
      <dgm:prSet/>
      <dgm:spPr/>
      <dgm:t>
        <a:bodyPr/>
        <a:lstStyle/>
        <a:p>
          <a:r>
            <a:rPr lang="en-US" dirty="0"/>
            <a:t>Make sure each member is at his right place </a:t>
          </a:r>
        </a:p>
      </dgm:t>
    </dgm:pt>
    <dgm:pt modelId="{687C2398-E30C-44E2-833F-B0E1B5C215A3}" type="parTrans" cxnId="{93EA4B5B-4E8D-48BE-9C43-4D587FBA59E4}">
      <dgm:prSet/>
      <dgm:spPr/>
      <dgm:t>
        <a:bodyPr/>
        <a:lstStyle/>
        <a:p>
          <a:endParaRPr lang="en-US"/>
        </a:p>
      </dgm:t>
    </dgm:pt>
    <dgm:pt modelId="{42FB12D0-709F-4996-B6C8-87B1924259AE}" type="sibTrans" cxnId="{93EA4B5B-4E8D-48BE-9C43-4D587FBA59E4}">
      <dgm:prSet/>
      <dgm:spPr/>
      <dgm:t>
        <a:bodyPr/>
        <a:lstStyle/>
        <a:p>
          <a:endParaRPr lang="en-US"/>
        </a:p>
      </dgm:t>
    </dgm:pt>
    <dgm:pt modelId="{F10CFCD7-772E-4AEF-B99C-AE9E3F4704F3}">
      <dgm:prSet/>
      <dgm:spPr/>
      <dgm:t>
        <a:bodyPr/>
        <a:lstStyle/>
        <a:p>
          <a:r>
            <a:rPr lang="en-US" dirty="0"/>
            <a:t>Support the team and begin to value and foster team spirit and synergy.</a:t>
          </a:r>
        </a:p>
      </dgm:t>
    </dgm:pt>
    <dgm:pt modelId="{58437BAF-986C-4DE4-9A9F-C1F6B5646D67}" type="parTrans" cxnId="{4D8409FD-8935-4999-984A-A0B78CA212F7}">
      <dgm:prSet/>
      <dgm:spPr/>
      <dgm:t>
        <a:bodyPr/>
        <a:lstStyle/>
        <a:p>
          <a:endParaRPr lang="en-US"/>
        </a:p>
      </dgm:t>
    </dgm:pt>
    <dgm:pt modelId="{99BE0AEB-EFEF-4C45-8C04-5E82C72046A0}" type="sibTrans" cxnId="{4D8409FD-8935-4999-984A-A0B78CA212F7}">
      <dgm:prSet/>
      <dgm:spPr/>
      <dgm:t>
        <a:bodyPr/>
        <a:lstStyle/>
        <a:p>
          <a:endParaRPr lang="en-US"/>
        </a:p>
      </dgm:t>
    </dgm:pt>
    <dgm:pt modelId="{BAE835E2-6D05-4665-84B8-FDC9AF824F82}" type="pres">
      <dgm:prSet presAssocID="{F15A8144-6F2E-4274-AD25-1B22DD7F7E23}" presName="rootnode" presStyleCnt="0">
        <dgm:presLayoutVars>
          <dgm:chMax/>
          <dgm:chPref/>
          <dgm:dir/>
          <dgm:animLvl val="lvl"/>
        </dgm:presLayoutVars>
      </dgm:prSet>
      <dgm:spPr/>
    </dgm:pt>
    <dgm:pt modelId="{7B27F61D-5EE8-4171-A414-C5BD76A9425D}" type="pres">
      <dgm:prSet presAssocID="{946112CA-A051-4092-9A0D-27395187F067}" presName="composite" presStyleCnt="0"/>
      <dgm:spPr/>
    </dgm:pt>
    <dgm:pt modelId="{0CC2892A-D8D5-47EE-A4BF-6E5654486FBA}" type="pres">
      <dgm:prSet presAssocID="{946112CA-A051-4092-9A0D-27395187F067}" presName="LShape" presStyleLbl="alignNode1" presStyleIdx="0" presStyleCnt="5"/>
      <dgm:spPr/>
    </dgm:pt>
    <dgm:pt modelId="{B9ADEFA1-7257-421B-BCD4-91303D6132F0}" type="pres">
      <dgm:prSet presAssocID="{946112CA-A051-4092-9A0D-27395187F067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03F3AF5-4326-4B2F-AAE5-63889A096B1D}" type="pres">
      <dgm:prSet presAssocID="{946112CA-A051-4092-9A0D-27395187F067}" presName="Triangle" presStyleLbl="alignNode1" presStyleIdx="1" presStyleCnt="5"/>
      <dgm:spPr/>
    </dgm:pt>
    <dgm:pt modelId="{8E9859DC-4FD5-450C-8DAE-13DE4E306EDC}" type="pres">
      <dgm:prSet presAssocID="{FE852CD4-A827-4354-BDC2-5525E699CB52}" presName="sibTrans" presStyleCnt="0"/>
      <dgm:spPr/>
    </dgm:pt>
    <dgm:pt modelId="{F4BD840A-BB5B-4425-B199-73BC23002100}" type="pres">
      <dgm:prSet presAssocID="{FE852CD4-A827-4354-BDC2-5525E699CB52}" presName="space" presStyleCnt="0"/>
      <dgm:spPr/>
    </dgm:pt>
    <dgm:pt modelId="{F2B301E0-2FB5-4529-B234-302EE521C73B}" type="pres">
      <dgm:prSet presAssocID="{A09AE991-9BB6-4E52-B733-08AA4607B921}" presName="composite" presStyleCnt="0"/>
      <dgm:spPr/>
    </dgm:pt>
    <dgm:pt modelId="{A03942C9-BBD0-4465-AB56-15661DEEB84B}" type="pres">
      <dgm:prSet presAssocID="{A09AE991-9BB6-4E52-B733-08AA4607B921}" presName="LShape" presStyleLbl="alignNode1" presStyleIdx="2" presStyleCnt="5"/>
      <dgm:spPr/>
    </dgm:pt>
    <dgm:pt modelId="{6E1D7A9E-F34E-4578-865E-CFEF9799AE10}" type="pres">
      <dgm:prSet presAssocID="{A09AE991-9BB6-4E52-B733-08AA4607B921}" presName="ParentText" presStyleLbl="revTx" presStyleIdx="1" presStyleCnt="3" custScaleX="111820" custLinFactNeighborX="4515" custLinFactNeighborY="1873">
        <dgm:presLayoutVars>
          <dgm:chMax val="0"/>
          <dgm:chPref val="0"/>
          <dgm:bulletEnabled val="1"/>
        </dgm:presLayoutVars>
      </dgm:prSet>
      <dgm:spPr/>
    </dgm:pt>
    <dgm:pt modelId="{30C40A12-26EA-4473-AF84-91B3AE83606D}" type="pres">
      <dgm:prSet presAssocID="{A09AE991-9BB6-4E52-B733-08AA4607B921}" presName="Triangle" presStyleLbl="alignNode1" presStyleIdx="3" presStyleCnt="5"/>
      <dgm:spPr/>
    </dgm:pt>
    <dgm:pt modelId="{05B21DC1-CD27-4BA9-99D1-95A47EC14C40}" type="pres">
      <dgm:prSet presAssocID="{42FB12D0-709F-4996-B6C8-87B1924259AE}" presName="sibTrans" presStyleCnt="0"/>
      <dgm:spPr/>
    </dgm:pt>
    <dgm:pt modelId="{EE2F97BE-CF7A-45EE-8C5D-2045FB751472}" type="pres">
      <dgm:prSet presAssocID="{42FB12D0-709F-4996-B6C8-87B1924259AE}" presName="space" presStyleCnt="0"/>
      <dgm:spPr/>
    </dgm:pt>
    <dgm:pt modelId="{35B5D2B0-1C57-48F9-A0AB-184F716083C0}" type="pres">
      <dgm:prSet presAssocID="{F10CFCD7-772E-4AEF-B99C-AE9E3F4704F3}" presName="composite" presStyleCnt="0"/>
      <dgm:spPr/>
    </dgm:pt>
    <dgm:pt modelId="{F5122315-0A0A-4099-B54E-33D4A1DB739E}" type="pres">
      <dgm:prSet presAssocID="{F10CFCD7-772E-4AEF-B99C-AE9E3F4704F3}" presName="LShape" presStyleLbl="alignNode1" presStyleIdx="4" presStyleCnt="5"/>
      <dgm:spPr/>
    </dgm:pt>
    <dgm:pt modelId="{813DC1B2-68BE-4EAF-AF83-351AD10D2581}" type="pres">
      <dgm:prSet presAssocID="{F10CFCD7-772E-4AEF-B99C-AE9E3F4704F3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79D3402-07C0-4FFF-8E33-20CBD548280D}" type="presOf" srcId="{BFB1D788-1658-4358-9EA0-FECC5552DDF8}" destId="{B9ADEFA1-7257-421B-BCD4-91303D6132F0}" srcOrd="0" destOrd="4" presId="urn:microsoft.com/office/officeart/2009/3/layout/StepUpProcess"/>
    <dgm:cxn modelId="{A0921611-41A0-46E0-8958-F1BDAF8DDC7F}" type="presOf" srcId="{6298CC0E-28DC-45F7-BA6C-3EC63F7BFC5D}" destId="{6E1D7A9E-F34E-4578-865E-CFEF9799AE10}" srcOrd="0" destOrd="4" presId="urn:microsoft.com/office/officeart/2009/3/layout/StepUpProcess"/>
    <dgm:cxn modelId="{B7F98334-C239-4EED-AAF4-A4FC20015C70}" type="presOf" srcId="{171B9EDF-43D7-4808-BCA8-48A75272B645}" destId="{6E1D7A9E-F34E-4578-865E-CFEF9799AE10}" srcOrd="0" destOrd="1" presId="urn:microsoft.com/office/officeart/2009/3/layout/StepUpProcess"/>
    <dgm:cxn modelId="{698BE537-B52B-452D-9318-6E98268B5D28}" type="presOf" srcId="{A09AE991-9BB6-4E52-B733-08AA4607B921}" destId="{6E1D7A9E-F34E-4578-865E-CFEF9799AE10}" srcOrd="0" destOrd="0" presId="urn:microsoft.com/office/officeart/2009/3/layout/StepUpProcess"/>
    <dgm:cxn modelId="{93EA4B5B-4E8D-48BE-9C43-4D587FBA59E4}" srcId="{F15A8144-6F2E-4274-AD25-1B22DD7F7E23}" destId="{A09AE991-9BB6-4E52-B733-08AA4607B921}" srcOrd="1" destOrd="0" parTransId="{687C2398-E30C-44E2-833F-B0E1B5C215A3}" sibTransId="{42FB12D0-709F-4996-B6C8-87B1924259AE}"/>
    <dgm:cxn modelId="{3D2E8E60-201E-485B-B625-B4CDB123F17B}" type="presOf" srcId="{E85FEEDC-892C-4194-BA79-441E76585BDA}" destId="{B9ADEFA1-7257-421B-BCD4-91303D6132F0}" srcOrd="0" destOrd="2" presId="urn:microsoft.com/office/officeart/2009/3/layout/StepUpProcess"/>
    <dgm:cxn modelId="{39C39944-246B-415A-A302-811B6589B5D6}" srcId="{946112CA-A051-4092-9A0D-27395187F067}" destId="{B068DAB9-F8D9-44A7-BC52-718F3D9607FC}" srcOrd="0" destOrd="0" parTransId="{58F0F7B4-2D2F-4801-BD14-7F00BD898420}" sibTransId="{BBF08264-46F9-4DD4-9437-3E16EB2C439D}"/>
    <dgm:cxn modelId="{35813A6D-7F90-439B-AECE-0B8BB60E7EAE}" srcId="{A09AE991-9BB6-4E52-B733-08AA4607B921}" destId="{171B9EDF-43D7-4808-BCA8-48A75272B645}" srcOrd="0" destOrd="0" parTransId="{DA1F755A-A442-4B9E-8CC6-9E48954F1132}" sibTransId="{28C1E847-80FB-4132-992C-E55899AF082B}"/>
    <dgm:cxn modelId="{09F9957A-AAE3-4151-887D-48A639FEABDE}" type="presOf" srcId="{253BED6E-D9A7-45D3-B2AC-DF126C938006}" destId="{6E1D7A9E-F34E-4578-865E-CFEF9799AE10}" srcOrd="0" destOrd="2" presId="urn:microsoft.com/office/officeart/2009/3/layout/StepUpProcess"/>
    <dgm:cxn modelId="{E1C7F47D-D635-441B-938B-9983E4852DDB}" srcId="{F15A8144-6F2E-4274-AD25-1B22DD7F7E23}" destId="{946112CA-A051-4092-9A0D-27395187F067}" srcOrd="0" destOrd="0" parTransId="{163AAF64-451E-4E2B-A955-0208344703AF}" sibTransId="{FE852CD4-A827-4354-BDC2-5525E699CB52}"/>
    <dgm:cxn modelId="{CB019A7E-696B-40A6-9159-CD44D419A3CB}" type="presOf" srcId="{45BBD2AE-E269-4E72-BA87-CA05E819DB75}" destId="{6E1D7A9E-F34E-4578-865E-CFEF9799AE10}" srcOrd="0" destOrd="3" presId="urn:microsoft.com/office/officeart/2009/3/layout/StepUpProcess"/>
    <dgm:cxn modelId="{ABCDB27E-79F7-4723-95BF-2722FE691948}" type="presOf" srcId="{F10CFCD7-772E-4AEF-B99C-AE9E3F4704F3}" destId="{813DC1B2-68BE-4EAF-AF83-351AD10D2581}" srcOrd="0" destOrd="0" presId="urn:microsoft.com/office/officeart/2009/3/layout/StepUpProcess"/>
    <dgm:cxn modelId="{1158AE81-8605-4361-9532-7FC6B2E626C6}" srcId="{946112CA-A051-4092-9A0D-27395187F067}" destId="{BFB1D788-1658-4358-9EA0-FECC5552DDF8}" srcOrd="3" destOrd="0" parTransId="{0FF3FCF1-449B-4ACA-9145-85D51B256018}" sibTransId="{283B4976-7E03-4A69-9B6D-97AF027CD93C}"/>
    <dgm:cxn modelId="{17E92886-9084-45D5-90C3-2CA1E15A733C}" srcId="{946112CA-A051-4092-9A0D-27395187F067}" destId="{E85FEEDC-892C-4194-BA79-441E76585BDA}" srcOrd="1" destOrd="0" parTransId="{FEAE0BB5-6834-43A4-A2C1-67A89FEE8A92}" sibTransId="{5C9C047D-714C-4B26-9186-FA4FBF02A408}"/>
    <dgm:cxn modelId="{4BE589A1-2970-43F4-9B13-E3D06103EC5A}" type="presOf" srcId="{F15A8144-6F2E-4274-AD25-1B22DD7F7E23}" destId="{BAE835E2-6D05-4665-84B8-FDC9AF824F82}" srcOrd="0" destOrd="0" presId="urn:microsoft.com/office/officeart/2009/3/layout/StepUpProcess"/>
    <dgm:cxn modelId="{D22BA9A6-6997-4B2E-9520-B234014B58FF}" srcId="{A09AE991-9BB6-4E52-B733-08AA4607B921}" destId="{45BBD2AE-E269-4E72-BA87-CA05E819DB75}" srcOrd="2" destOrd="0" parTransId="{D244E05E-9D2F-4B3A-ABBE-F6ED401B8DF2}" sibTransId="{97584073-E4F3-4CB0-A5A5-670EBA2D0EAD}"/>
    <dgm:cxn modelId="{1F24F4BD-3EE3-4EC7-BC3B-12A48C1D9614}" srcId="{946112CA-A051-4092-9A0D-27395187F067}" destId="{E914E662-0EAC-4753-8052-62C517A42F19}" srcOrd="2" destOrd="0" parTransId="{A5A9B359-853A-4831-87CE-E941C1817D93}" sibTransId="{28B75728-386C-4F9B-835F-EF290E38F144}"/>
    <dgm:cxn modelId="{1C82D1D2-5203-4112-A7E3-7A507C95674C}" type="presOf" srcId="{B068DAB9-F8D9-44A7-BC52-718F3D9607FC}" destId="{B9ADEFA1-7257-421B-BCD4-91303D6132F0}" srcOrd="0" destOrd="1" presId="urn:microsoft.com/office/officeart/2009/3/layout/StepUpProcess"/>
    <dgm:cxn modelId="{A86F78D8-0EA1-47FF-9E40-6652B91D611C}" type="presOf" srcId="{E914E662-0EAC-4753-8052-62C517A42F19}" destId="{B9ADEFA1-7257-421B-BCD4-91303D6132F0}" srcOrd="0" destOrd="3" presId="urn:microsoft.com/office/officeart/2009/3/layout/StepUpProcess"/>
    <dgm:cxn modelId="{205F58E0-7559-4177-AF97-B0F4D145DD73}" srcId="{A09AE991-9BB6-4E52-B733-08AA4607B921}" destId="{6298CC0E-28DC-45F7-BA6C-3EC63F7BFC5D}" srcOrd="3" destOrd="0" parTransId="{C882BAAD-0223-47C3-A33D-75D084DE7437}" sibTransId="{DA4D087E-278B-401E-8318-755B0D5D788C}"/>
    <dgm:cxn modelId="{56694AEB-3D27-4D3D-BE9A-32E71A876FF2}" srcId="{A09AE991-9BB6-4E52-B733-08AA4607B921}" destId="{253BED6E-D9A7-45D3-B2AC-DF126C938006}" srcOrd="1" destOrd="0" parTransId="{3FE8245D-7709-4DA2-A35B-6F3326180412}" sibTransId="{16819C0B-7A09-49A6-864D-B03E4CBC6A32}"/>
    <dgm:cxn modelId="{4D8409FD-8935-4999-984A-A0B78CA212F7}" srcId="{F15A8144-6F2E-4274-AD25-1B22DD7F7E23}" destId="{F10CFCD7-772E-4AEF-B99C-AE9E3F4704F3}" srcOrd="2" destOrd="0" parTransId="{58437BAF-986C-4DE4-9A9F-C1F6B5646D67}" sibTransId="{99BE0AEB-EFEF-4C45-8C04-5E82C72046A0}"/>
    <dgm:cxn modelId="{DBD749FE-4946-402D-8656-14FA4EB0FA8B}" type="presOf" srcId="{946112CA-A051-4092-9A0D-27395187F067}" destId="{B9ADEFA1-7257-421B-BCD4-91303D6132F0}" srcOrd="0" destOrd="0" presId="urn:microsoft.com/office/officeart/2009/3/layout/StepUpProcess"/>
    <dgm:cxn modelId="{49ED6FDF-CFF8-435B-912E-6FEE3C1558A4}" type="presParOf" srcId="{BAE835E2-6D05-4665-84B8-FDC9AF824F82}" destId="{7B27F61D-5EE8-4171-A414-C5BD76A9425D}" srcOrd="0" destOrd="0" presId="urn:microsoft.com/office/officeart/2009/3/layout/StepUpProcess"/>
    <dgm:cxn modelId="{E6B1AF05-AE3A-4B76-8702-DD9760F05D7A}" type="presParOf" srcId="{7B27F61D-5EE8-4171-A414-C5BD76A9425D}" destId="{0CC2892A-D8D5-47EE-A4BF-6E5654486FBA}" srcOrd="0" destOrd="0" presId="urn:microsoft.com/office/officeart/2009/3/layout/StepUpProcess"/>
    <dgm:cxn modelId="{2CB5BCF4-A67E-429C-89F6-87180236EF2C}" type="presParOf" srcId="{7B27F61D-5EE8-4171-A414-C5BD76A9425D}" destId="{B9ADEFA1-7257-421B-BCD4-91303D6132F0}" srcOrd="1" destOrd="0" presId="urn:microsoft.com/office/officeart/2009/3/layout/StepUpProcess"/>
    <dgm:cxn modelId="{161E1C21-164B-4841-8F05-AFABAAE4D23B}" type="presParOf" srcId="{7B27F61D-5EE8-4171-A414-C5BD76A9425D}" destId="{903F3AF5-4326-4B2F-AAE5-63889A096B1D}" srcOrd="2" destOrd="0" presId="urn:microsoft.com/office/officeart/2009/3/layout/StepUpProcess"/>
    <dgm:cxn modelId="{6CFF80AA-3551-418F-98D9-71A82C4EE663}" type="presParOf" srcId="{BAE835E2-6D05-4665-84B8-FDC9AF824F82}" destId="{8E9859DC-4FD5-450C-8DAE-13DE4E306EDC}" srcOrd="1" destOrd="0" presId="urn:microsoft.com/office/officeart/2009/3/layout/StepUpProcess"/>
    <dgm:cxn modelId="{93D6CEA3-260F-48C3-9C8B-F151C894D432}" type="presParOf" srcId="{8E9859DC-4FD5-450C-8DAE-13DE4E306EDC}" destId="{F4BD840A-BB5B-4425-B199-73BC23002100}" srcOrd="0" destOrd="0" presId="urn:microsoft.com/office/officeart/2009/3/layout/StepUpProcess"/>
    <dgm:cxn modelId="{C5B1269E-D2E7-4290-A41D-F70D34DA0E7A}" type="presParOf" srcId="{BAE835E2-6D05-4665-84B8-FDC9AF824F82}" destId="{F2B301E0-2FB5-4529-B234-302EE521C73B}" srcOrd="2" destOrd="0" presId="urn:microsoft.com/office/officeart/2009/3/layout/StepUpProcess"/>
    <dgm:cxn modelId="{F70AFE0E-4D8D-43DB-8900-75D6DC9A3DD9}" type="presParOf" srcId="{F2B301E0-2FB5-4529-B234-302EE521C73B}" destId="{A03942C9-BBD0-4465-AB56-15661DEEB84B}" srcOrd="0" destOrd="0" presId="urn:microsoft.com/office/officeart/2009/3/layout/StepUpProcess"/>
    <dgm:cxn modelId="{C791B9B3-8281-46D1-9061-C319CAAFE566}" type="presParOf" srcId="{F2B301E0-2FB5-4529-B234-302EE521C73B}" destId="{6E1D7A9E-F34E-4578-865E-CFEF9799AE10}" srcOrd="1" destOrd="0" presId="urn:microsoft.com/office/officeart/2009/3/layout/StepUpProcess"/>
    <dgm:cxn modelId="{5600057C-A388-4207-8057-53FFB6CCFA42}" type="presParOf" srcId="{F2B301E0-2FB5-4529-B234-302EE521C73B}" destId="{30C40A12-26EA-4473-AF84-91B3AE83606D}" srcOrd="2" destOrd="0" presId="urn:microsoft.com/office/officeart/2009/3/layout/StepUpProcess"/>
    <dgm:cxn modelId="{87FFD22F-7313-41A0-97A2-4E0A4D9680C1}" type="presParOf" srcId="{BAE835E2-6D05-4665-84B8-FDC9AF824F82}" destId="{05B21DC1-CD27-4BA9-99D1-95A47EC14C40}" srcOrd="3" destOrd="0" presId="urn:microsoft.com/office/officeart/2009/3/layout/StepUpProcess"/>
    <dgm:cxn modelId="{372A8AF1-46A9-4FEB-8AA3-8CD73D380223}" type="presParOf" srcId="{05B21DC1-CD27-4BA9-99D1-95A47EC14C40}" destId="{EE2F97BE-CF7A-45EE-8C5D-2045FB751472}" srcOrd="0" destOrd="0" presId="urn:microsoft.com/office/officeart/2009/3/layout/StepUpProcess"/>
    <dgm:cxn modelId="{C4301755-7EDE-46B1-8F2D-F72D5C6C89A0}" type="presParOf" srcId="{BAE835E2-6D05-4665-84B8-FDC9AF824F82}" destId="{35B5D2B0-1C57-48F9-A0AB-184F716083C0}" srcOrd="4" destOrd="0" presId="urn:microsoft.com/office/officeart/2009/3/layout/StepUpProcess"/>
    <dgm:cxn modelId="{A5B86818-1405-4AB4-B882-FDC2AFCEA411}" type="presParOf" srcId="{35B5D2B0-1C57-48F9-A0AB-184F716083C0}" destId="{F5122315-0A0A-4099-B54E-33D4A1DB739E}" srcOrd="0" destOrd="0" presId="urn:microsoft.com/office/officeart/2009/3/layout/StepUpProcess"/>
    <dgm:cxn modelId="{CA1A328A-BF93-4116-9999-DC01222DC1B0}" type="presParOf" srcId="{35B5D2B0-1C57-48F9-A0AB-184F716083C0}" destId="{813DC1B2-68BE-4EAF-AF83-351AD10D2581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C4CDCC-C627-4327-BB12-3C2F2EC8031C}" type="doc">
      <dgm:prSet loTypeId="urn:microsoft.com/office/officeart/2005/8/layout/pyramid2" loCatId="pyramid" qsTypeId="urn:microsoft.com/office/officeart/2005/8/quickstyle/simple1" qsCatId="simple" csTypeId="urn:microsoft.com/office/officeart/2005/8/colors/accent2_1" csCatId="accent2" phldr="1"/>
      <dgm:spPr/>
    </dgm:pt>
    <dgm:pt modelId="{D3FCF102-12DB-4A7D-A3C9-498E87DBD7DF}">
      <dgm:prSet phldrT="[Text]" custT="1"/>
      <dgm:spPr/>
      <dgm:t>
        <a:bodyPr/>
        <a:lstStyle/>
        <a:p>
          <a:r>
            <a:rPr lang="en-US" sz="1200" b="0" i="0" dirty="0"/>
            <a:t>Operationally</a:t>
          </a:r>
          <a:endParaRPr lang="en-US" sz="1200" dirty="0"/>
        </a:p>
      </dgm:t>
    </dgm:pt>
    <dgm:pt modelId="{81F3A9BD-6790-4E00-9B9F-84C7569D6AE7}" type="parTrans" cxnId="{A5284598-5EA1-4840-B6DC-556AEC80D520}">
      <dgm:prSet/>
      <dgm:spPr/>
      <dgm:t>
        <a:bodyPr/>
        <a:lstStyle/>
        <a:p>
          <a:endParaRPr lang="en-US"/>
        </a:p>
      </dgm:t>
    </dgm:pt>
    <dgm:pt modelId="{AFBB4C97-9034-447F-AB41-E33EA060E75F}" type="sibTrans" cxnId="{A5284598-5EA1-4840-B6DC-556AEC80D520}">
      <dgm:prSet/>
      <dgm:spPr/>
      <dgm:t>
        <a:bodyPr/>
        <a:lstStyle/>
        <a:p>
          <a:endParaRPr lang="en-US"/>
        </a:p>
      </dgm:t>
    </dgm:pt>
    <dgm:pt modelId="{58B55634-6D42-4170-AFD4-502E62206D5C}">
      <dgm:prSet phldrT="[Text]" custT="1"/>
      <dgm:spPr/>
      <dgm:t>
        <a:bodyPr/>
        <a:lstStyle/>
        <a:p>
          <a:r>
            <a:rPr lang="en-US" sz="1050" b="0" i="0" dirty="0"/>
            <a:t>Strategically Develop Relationships</a:t>
          </a:r>
          <a:endParaRPr lang="en-US" sz="1050" dirty="0"/>
        </a:p>
      </dgm:t>
    </dgm:pt>
    <dgm:pt modelId="{F5EC882E-F1E6-439B-ACB3-1351E33AD0CE}" type="parTrans" cxnId="{F7AD108E-E241-48A4-B7DA-242FC56DCE3A}">
      <dgm:prSet/>
      <dgm:spPr/>
      <dgm:t>
        <a:bodyPr/>
        <a:lstStyle/>
        <a:p>
          <a:endParaRPr lang="en-US"/>
        </a:p>
      </dgm:t>
    </dgm:pt>
    <dgm:pt modelId="{24390CA3-9171-4496-8C9C-D2B5E7123462}" type="sibTrans" cxnId="{F7AD108E-E241-48A4-B7DA-242FC56DCE3A}">
      <dgm:prSet/>
      <dgm:spPr/>
      <dgm:t>
        <a:bodyPr/>
        <a:lstStyle/>
        <a:p>
          <a:endParaRPr lang="en-US"/>
        </a:p>
      </dgm:t>
    </dgm:pt>
    <dgm:pt modelId="{7B95F2BD-912E-450B-A9CA-E72CA80EC07D}">
      <dgm:prSet phldrT="[Text]" custT="1"/>
      <dgm:spPr/>
      <dgm:t>
        <a:bodyPr/>
        <a:lstStyle/>
        <a:p>
          <a:r>
            <a:rPr lang="en-US" sz="1050" b="0" i="0" dirty="0"/>
            <a:t>Continuous feedback</a:t>
          </a:r>
          <a:endParaRPr lang="en-US" sz="1050" dirty="0"/>
        </a:p>
      </dgm:t>
    </dgm:pt>
    <dgm:pt modelId="{D6AA6D52-333C-4094-B0FB-63C15699FF20}" type="parTrans" cxnId="{EE7EDDD8-29CB-4FDA-BB19-8953923F60F0}">
      <dgm:prSet/>
      <dgm:spPr/>
      <dgm:t>
        <a:bodyPr/>
        <a:lstStyle/>
        <a:p>
          <a:endParaRPr lang="en-US"/>
        </a:p>
      </dgm:t>
    </dgm:pt>
    <dgm:pt modelId="{0D60F858-92BE-49EF-9FDB-C96C414BD874}" type="sibTrans" cxnId="{EE7EDDD8-29CB-4FDA-BB19-8953923F60F0}">
      <dgm:prSet/>
      <dgm:spPr/>
      <dgm:t>
        <a:bodyPr/>
        <a:lstStyle/>
        <a:p>
          <a:endParaRPr lang="en-US"/>
        </a:p>
      </dgm:t>
    </dgm:pt>
    <dgm:pt modelId="{A33B6464-7425-4259-9498-EF28AD41D29A}">
      <dgm:prSet phldrT="[Text]" custT="1"/>
      <dgm:spPr/>
      <dgm:t>
        <a:bodyPr/>
        <a:lstStyle/>
        <a:p>
          <a:r>
            <a:rPr lang="en-US" sz="1050" b="0" i="0" dirty="0"/>
            <a:t>Production basis</a:t>
          </a:r>
          <a:endParaRPr lang="en-US" sz="1050" dirty="0"/>
        </a:p>
      </dgm:t>
    </dgm:pt>
    <dgm:pt modelId="{6CCE9BDE-9CB8-4596-85C7-7B41C5670BA4}" type="parTrans" cxnId="{E599207A-690D-41B2-9A33-ADA46CB95358}">
      <dgm:prSet/>
      <dgm:spPr/>
      <dgm:t>
        <a:bodyPr/>
        <a:lstStyle/>
        <a:p>
          <a:endParaRPr lang="en-US"/>
        </a:p>
      </dgm:t>
    </dgm:pt>
    <dgm:pt modelId="{142A1CE8-EE74-40BA-8743-BE45FEA2B415}" type="sibTrans" cxnId="{E599207A-690D-41B2-9A33-ADA46CB95358}">
      <dgm:prSet/>
      <dgm:spPr/>
      <dgm:t>
        <a:bodyPr/>
        <a:lstStyle/>
        <a:p>
          <a:endParaRPr lang="en-US"/>
        </a:p>
      </dgm:t>
    </dgm:pt>
    <dgm:pt modelId="{766B4AA3-CB89-47B8-80C2-4D391055C23C}">
      <dgm:prSet phldrT="[Text]" custT="1"/>
      <dgm:spPr/>
      <dgm:t>
        <a:bodyPr/>
        <a:lstStyle/>
        <a:p>
          <a:r>
            <a:rPr lang="en-US" sz="1050" b="0" i="0" dirty="0"/>
            <a:t>Supervising basis</a:t>
          </a:r>
          <a:endParaRPr lang="en-US" sz="1050" dirty="0"/>
        </a:p>
      </dgm:t>
    </dgm:pt>
    <dgm:pt modelId="{0D754CB3-0100-464B-8B91-2BA97ADDBDD5}" type="parTrans" cxnId="{E8FB19AA-5F9E-4B73-865F-6DD4A61A483B}">
      <dgm:prSet/>
      <dgm:spPr/>
      <dgm:t>
        <a:bodyPr/>
        <a:lstStyle/>
        <a:p>
          <a:endParaRPr lang="en-US"/>
        </a:p>
      </dgm:t>
    </dgm:pt>
    <dgm:pt modelId="{EF14DB83-03E3-4F46-9B0E-7F7BBFBDE351}" type="sibTrans" cxnId="{E8FB19AA-5F9E-4B73-865F-6DD4A61A483B}">
      <dgm:prSet/>
      <dgm:spPr/>
      <dgm:t>
        <a:bodyPr/>
        <a:lstStyle/>
        <a:p>
          <a:endParaRPr lang="en-US"/>
        </a:p>
      </dgm:t>
    </dgm:pt>
    <dgm:pt modelId="{25686E05-B2DB-4419-8CAE-F0A8A4A61AB6}">
      <dgm:prSet phldrT="[Text]" custT="1"/>
      <dgm:spPr/>
      <dgm:t>
        <a:bodyPr/>
        <a:lstStyle/>
        <a:p>
          <a:r>
            <a:rPr lang="en-US" sz="1200" b="0" i="0" dirty="0"/>
            <a:t>Strategically</a:t>
          </a:r>
          <a:endParaRPr lang="en-US" sz="1200" dirty="0"/>
        </a:p>
      </dgm:t>
    </dgm:pt>
    <dgm:pt modelId="{F2289445-5550-43CC-90C7-745540DC919C}" type="parTrans" cxnId="{74AC987A-D50A-4DF7-B00C-470CF132301A}">
      <dgm:prSet/>
      <dgm:spPr/>
      <dgm:t>
        <a:bodyPr/>
        <a:lstStyle/>
        <a:p>
          <a:endParaRPr lang="en-US"/>
        </a:p>
      </dgm:t>
    </dgm:pt>
    <dgm:pt modelId="{72FE93A9-163D-4052-85D9-AB90C3F0A525}" type="sibTrans" cxnId="{74AC987A-D50A-4DF7-B00C-470CF132301A}">
      <dgm:prSet/>
      <dgm:spPr/>
      <dgm:t>
        <a:bodyPr/>
        <a:lstStyle/>
        <a:p>
          <a:endParaRPr lang="en-US"/>
        </a:p>
      </dgm:t>
    </dgm:pt>
    <dgm:pt modelId="{DE4DEF89-0EB5-46C6-ABB1-38C3E4697AEB}">
      <dgm:prSet phldrT="[Text]" custT="1"/>
      <dgm:spPr/>
      <dgm:t>
        <a:bodyPr/>
        <a:lstStyle/>
        <a:p>
          <a:r>
            <a:rPr lang="en-US" sz="1050" b="0" i="0" dirty="0"/>
            <a:t>Organize events at the Customers’ site or in-house</a:t>
          </a:r>
          <a:endParaRPr lang="en-US" sz="1050" dirty="0"/>
        </a:p>
      </dgm:t>
    </dgm:pt>
    <dgm:pt modelId="{E7A48B3E-6CEF-429C-8DDA-D21D4B217B1B}" type="parTrans" cxnId="{DF693345-4E82-4DFC-A9BB-F678617A066F}">
      <dgm:prSet/>
      <dgm:spPr/>
      <dgm:t>
        <a:bodyPr/>
        <a:lstStyle/>
        <a:p>
          <a:endParaRPr lang="en-US"/>
        </a:p>
      </dgm:t>
    </dgm:pt>
    <dgm:pt modelId="{D3EA40EF-CF4A-4B09-B3C1-AF72449CCB24}" type="sibTrans" cxnId="{DF693345-4E82-4DFC-A9BB-F678617A066F}">
      <dgm:prSet/>
      <dgm:spPr/>
      <dgm:t>
        <a:bodyPr/>
        <a:lstStyle/>
        <a:p>
          <a:endParaRPr lang="en-US"/>
        </a:p>
      </dgm:t>
    </dgm:pt>
    <dgm:pt modelId="{BA96059D-D6F4-4856-B3AD-7563B2794FB2}">
      <dgm:prSet phldrT="[Text]" custT="1"/>
      <dgm:spPr/>
      <dgm:t>
        <a:bodyPr/>
        <a:lstStyle/>
        <a:p>
          <a:r>
            <a:rPr lang="en-US" sz="1050" b="0" i="0" dirty="0"/>
            <a:t>Into customers services</a:t>
          </a:r>
          <a:endParaRPr lang="en-US" sz="1050" dirty="0"/>
        </a:p>
      </dgm:t>
    </dgm:pt>
    <dgm:pt modelId="{10C49356-61BD-44BD-891B-606021D646E0}" type="parTrans" cxnId="{5184D9B6-99E6-407B-8777-68E042E5ED6C}">
      <dgm:prSet/>
      <dgm:spPr/>
      <dgm:t>
        <a:bodyPr/>
        <a:lstStyle/>
        <a:p>
          <a:endParaRPr lang="en-US"/>
        </a:p>
      </dgm:t>
    </dgm:pt>
    <dgm:pt modelId="{56DB9F6F-6DFC-404C-999F-4AC5CA3A1D49}" type="sibTrans" cxnId="{5184D9B6-99E6-407B-8777-68E042E5ED6C}">
      <dgm:prSet/>
      <dgm:spPr/>
      <dgm:t>
        <a:bodyPr/>
        <a:lstStyle/>
        <a:p>
          <a:endParaRPr lang="en-US"/>
        </a:p>
      </dgm:t>
    </dgm:pt>
    <dgm:pt modelId="{CC88FD9E-2A26-434A-889D-63580CD29BB4}">
      <dgm:prSet phldrT="[Text]" custT="1"/>
      <dgm:spPr/>
      <dgm:t>
        <a:bodyPr/>
        <a:lstStyle/>
        <a:p>
          <a:r>
            <a:rPr lang="en-US" sz="1050" b="0" i="0" dirty="0"/>
            <a:t>Cross-networking</a:t>
          </a:r>
          <a:endParaRPr lang="en-US" sz="1050" dirty="0"/>
        </a:p>
      </dgm:t>
    </dgm:pt>
    <dgm:pt modelId="{BA945219-A2D1-4D56-9A90-AEB6B2A0976E}" type="parTrans" cxnId="{BD56078E-FC72-4C8C-9DC9-A5FD74079A0E}">
      <dgm:prSet/>
      <dgm:spPr/>
      <dgm:t>
        <a:bodyPr/>
        <a:lstStyle/>
        <a:p>
          <a:endParaRPr lang="en-US"/>
        </a:p>
      </dgm:t>
    </dgm:pt>
    <dgm:pt modelId="{20395360-4BBC-4773-AB6D-06ABF5C79A0E}" type="sibTrans" cxnId="{BD56078E-FC72-4C8C-9DC9-A5FD74079A0E}">
      <dgm:prSet/>
      <dgm:spPr/>
      <dgm:t>
        <a:bodyPr/>
        <a:lstStyle/>
        <a:p>
          <a:endParaRPr lang="en-US"/>
        </a:p>
      </dgm:t>
    </dgm:pt>
    <dgm:pt modelId="{7B8DB7A8-EFAD-444E-B354-AB6BA1EE3130}">
      <dgm:prSet phldrT="[Text]" custT="1"/>
      <dgm:spPr/>
      <dgm:t>
        <a:bodyPr/>
        <a:lstStyle/>
        <a:p>
          <a:r>
            <a:rPr lang="en-US" sz="1050" b="0" i="0" dirty="0"/>
            <a:t>Attend professional organization meetings</a:t>
          </a:r>
          <a:endParaRPr lang="en-US" sz="1050" dirty="0"/>
        </a:p>
      </dgm:t>
    </dgm:pt>
    <dgm:pt modelId="{06BB1F37-3D49-4548-8A23-1DC1BB87A25A}" type="parTrans" cxnId="{1C1DDB85-CAA0-40DD-A52F-3A2E91CDBF4B}">
      <dgm:prSet/>
      <dgm:spPr/>
      <dgm:t>
        <a:bodyPr/>
        <a:lstStyle/>
        <a:p>
          <a:endParaRPr lang="en-US"/>
        </a:p>
      </dgm:t>
    </dgm:pt>
    <dgm:pt modelId="{9EA9B9BF-1B19-4E67-8EE3-BD7AF61C7FA9}" type="sibTrans" cxnId="{1C1DDB85-CAA0-40DD-A52F-3A2E91CDBF4B}">
      <dgm:prSet/>
      <dgm:spPr/>
      <dgm:t>
        <a:bodyPr/>
        <a:lstStyle/>
        <a:p>
          <a:endParaRPr lang="en-US"/>
        </a:p>
      </dgm:t>
    </dgm:pt>
    <dgm:pt modelId="{9B9F699F-F05B-46CB-980D-D1E815EDFF4B}">
      <dgm:prSet phldrT="[Text]" custT="1"/>
      <dgm:spPr/>
      <dgm:t>
        <a:bodyPr/>
        <a:lstStyle/>
        <a:p>
          <a:r>
            <a:rPr lang="en-US" sz="1050" b="0" i="0" dirty="0"/>
            <a:t>Leverage the relation to be more strategic (if needed)</a:t>
          </a:r>
          <a:endParaRPr lang="en-US" sz="1050" dirty="0"/>
        </a:p>
      </dgm:t>
    </dgm:pt>
    <dgm:pt modelId="{4CC2848A-E01F-44B1-880A-59A40ECF6C2D}" type="parTrans" cxnId="{E37BB5A8-F853-41E0-ADF6-0EFA535A656C}">
      <dgm:prSet/>
      <dgm:spPr/>
      <dgm:t>
        <a:bodyPr/>
        <a:lstStyle/>
        <a:p>
          <a:endParaRPr lang="en-US"/>
        </a:p>
      </dgm:t>
    </dgm:pt>
    <dgm:pt modelId="{98931C37-7059-4B15-B2C5-166FD610AEBA}" type="sibTrans" cxnId="{E37BB5A8-F853-41E0-ADF6-0EFA535A656C}">
      <dgm:prSet/>
      <dgm:spPr/>
      <dgm:t>
        <a:bodyPr/>
        <a:lstStyle/>
        <a:p>
          <a:endParaRPr lang="en-US"/>
        </a:p>
      </dgm:t>
    </dgm:pt>
    <dgm:pt modelId="{965CF947-F0ED-45B2-A71B-CC227B217358}">
      <dgm:prSet phldrT="[Text]" custT="1"/>
      <dgm:spPr/>
      <dgm:t>
        <a:bodyPr/>
        <a:lstStyle/>
        <a:p>
          <a:r>
            <a:rPr lang="en-US" sz="1200" dirty="0"/>
            <a:t>Developing Relationships</a:t>
          </a:r>
        </a:p>
      </dgm:t>
    </dgm:pt>
    <dgm:pt modelId="{24A9B662-9D7B-4373-AB55-3ABBD2D948AF}" type="parTrans" cxnId="{187B874B-AC1F-40C9-962D-4DD7718DCC1E}">
      <dgm:prSet/>
      <dgm:spPr/>
      <dgm:t>
        <a:bodyPr/>
        <a:lstStyle/>
        <a:p>
          <a:endParaRPr lang="en-US"/>
        </a:p>
      </dgm:t>
    </dgm:pt>
    <dgm:pt modelId="{571794FD-B70B-4B62-85BF-150428E8A46B}" type="sibTrans" cxnId="{187B874B-AC1F-40C9-962D-4DD7718DCC1E}">
      <dgm:prSet/>
      <dgm:spPr/>
      <dgm:t>
        <a:bodyPr/>
        <a:lstStyle/>
        <a:p>
          <a:endParaRPr lang="en-US"/>
        </a:p>
      </dgm:t>
    </dgm:pt>
    <dgm:pt modelId="{22EBB894-1992-4E0D-8950-113C01061E53}" type="pres">
      <dgm:prSet presAssocID="{71C4CDCC-C627-4327-BB12-3C2F2EC8031C}" presName="compositeShape" presStyleCnt="0">
        <dgm:presLayoutVars>
          <dgm:dir val="rev"/>
          <dgm:resizeHandles/>
        </dgm:presLayoutVars>
      </dgm:prSet>
      <dgm:spPr/>
    </dgm:pt>
    <dgm:pt modelId="{8831EEEF-12B7-46F8-A9C5-E7A34E9C5339}" type="pres">
      <dgm:prSet presAssocID="{71C4CDCC-C627-4327-BB12-3C2F2EC8031C}" presName="pyramid" presStyleLbl="node1" presStyleIdx="0" presStyleCnt="1" custLinFactNeighborY="-434"/>
      <dgm:spPr/>
    </dgm:pt>
    <dgm:pt modelId="{3F10BF15-C6B0-4F8C-83E3-64580D1739BE}" type="pres">
      <dgm:prSet presAssocID="{71C4CDCC-C627-4327-BB12-3C2F2EC8031C}" presName="theList" presStyleCnt="0"/>
      <dgm:spPr/>
    </dgm:pt>
    <dgm:pt modelId="{7DDA6246-F8A9-40DE-B4EC-7B23F596184E}" type="pres">
      <dgm:prSet presAssocID="{D3FCF102-12DB-4A7D-A3C9-498E87DBD7DF}" presName="aNode" presStyleLbl="fgAcc1" presStyleIdx="0" presStyleCnt="3" custScaleX="142037" custLinFactY="47312" custLinFactNeighborX="-667" custLinFactNeighborY="100000">
        <dgm:presLayoutVars>
          <dgm:bulletEnabled val="1"/>
        </dgm:presLayoutVars>
      </dgm:prSet>
      <dgm:spPr/>
    </dgm:pt>
    <dgm:pt modelId="{1E4529F3-ECD9-4B0F-9738-2E38E849B77B}" type="pres">
      <dgm:prSet presAssocID="{D3FCF102-12DB-4A7D-A3C9-498E87DBD7DF}" presName="aSpace" presStyleCnt="0"/>
      <dgm:spPr/>
    </dgm:pt>
    <dgm:pt modelId="{D64A31F5-4836-49CD-B7CC-BF3DF57DBC9C}" type="pres">
      <dgm:prSet presAssocID="{25686E05-B2DB-4419-8CAE-F0A8A4A61AB6}" presName="aNode" presStyleLbl="fgAcc1" presStyleIdx="1" presStyleCnt="3" custScaleX="142037" custLinFactY="37792" custLinFactNeighborX="-667" custLinFactNeighborY="100000">
        <dgm:presLayoutVars>
          <dgm:bulletEnabled val="1"/>
        </dgm:presLayoutVars>
      </dgm:prSet>
      <dgm:spPr/>
    </dgm:pt>
    <dgm:pt modelId="{8A25F4E2-8F7D-4F71-9B0E-12440596AE66}" type="pres">
      <dgm:prSet presAssocID="{25686E05-B2DB-4419-8CAE-F0A8A4A61AB6}" presName="aSpace" presStyleCnt="0"/>
      <dgm:spPr/>
    </dgm:pt>
    <dgm:pt modelId="{162DD35B-F0A1-4CD2-B3D1-C2E1E7137AF4}" type="pres">
      <dgm:prSet presAssocID="{965CF947-F0ED-45B2-A71B-CC227B217358}" presName="aNode" presStyleLbl="fgAcc1" presStyleIdx="2" presStyleCnt="3" custScaleX="142037" custLinFactY="31479" custLinFactNeighborY="100000">
        <dgm:presLayoutVars>
          <dgm:bulletEnabled val="1"/>
        </dgm:presLayoutVars>
      </dgm:prSet>
      <dgm:spPr/>
    </dgm:pt>
    <dgm:pt modelId="{31E7EB41-E91A-4472-A371-751E3F567D0A}" type="pres">
      <dgm:prSet presAssocID="{965CF947-F0ED-45B2-A71B-CC227B217358}" presName="aSpace" presStyleCnt="0"/>
      <dgm:spPr/>
    </dgm:pt>
  </dgm:ptLst>
  <dgm:cxnLst>
    <dgm:cxn modelId="{BAF06214-0964-41CE-AB89-AC78056B7FF8}" type="presOf" srcId="{766B4AA3-CB89-47B8-80C2-4D391055C23C}" destId="{7DDA6246-F8A9-40DE-B4EC-7B23F596184E}" srcOrd="0" destOrd="4" presId="urn:microsoft.com/office/officeart/2005/8/layout/pyramid2"/>
    <dgm:cxn modelId="{D16D9321-1CB2-4DA8-A017-FB76FBC41763}" type="presOf" srcId="{7B95F2BD-912E-450B-A9CA-E72CA80EC07D}" destId="{7DDA6246-F8A9-40DE-B4EC-7B23F596184E}" srcOrd="0" destOrd="2" presId="urn:microsoft.com/office/officeart/2005/8/layout/pyramid2"/>
    <dgm:cxn modelId="{53ED5334-5BD3-48B4-B4B6-EDAEE21CFC07}" type="presOf" srcId="{A33B6464-7425-4259-9498-EF28AD41D29A}" destId="{7DDA6246-F8A9-40DE-B4EC-7B23F596184E}" srcOrd="0" destOrd="3" presId="urn:microsoft.com/office/officeart/2005/8/layout/pyramid2"/>
    <dgm:cxn modelId="{70CB6B60-485A-4EFA-9F5F-27AAB6F771A8}" type="presOf" srcId="{58B55634-6D42-4170-AFD4-502E62206D5C}" destId="{7DDA6246-F8A9-40DE-B4EC-7B23F596184E}" srcOrd="0" destOrd="1" presId="urn:microsoft.com/office/officeart/2005/8/layout/pyramid2"/>
    <dgm:cxn modelId="{DF693345-4E82-4DFC-A9BB-F678617A066F}" srcId="{25686E05-B2DB-4419-8CAE-F0A8A4A61AB6}" destId="{DE4DEF89-0EB5-46C6-ABB1-38C3E4697AEB}" srcOrd="1" destOrd="0" parTransId="{E7A48B3E-6CEF-429C-8DDA-D21D4B217B1B}" sibTransId="{D3EA40EF-CF4A-4B09-B3C1-AF72449CCB24}"/>
    <dgm:cxn modelId="{A643B445-C602-4950-AAB0-058198188643}" type="presOf" srcId="{25686E05-B2DB-4419-8CAE-F0A8A4A61AB6}" destId="{D64A31F5-4836-49CD-B7CC-BF3DF57DBC9C}" srcOrd="0" destOrd="0" presId="urn:microsoft.com/office/officeart/2005/8/layout/pyramid2"/>
    <dgm:cxn modelId="{45390449-C1FC-4B6B-9B99-DB58CB6A73B0}" type="presOf" srcId="{BA96059D-D6F4-4856-B3AD-7563B2794FB2}" destId="{162DD35B-F0A1-4CD2-B3D1-C2E1E7137AF4}" srcOrd="0" destOrd="1" presId="urn:microsoft.com/office/officeart/2005/8/layout/pyramid2"/>
    <dgm:cxn modelId="{187B874B-AC1F-40C9-962D-4DD7718DCC1E}" srcId="{71C4CDCC-C627-4327-BB12-3C2F2EC8031C}" destId="{965CF947-F0ED-45B2-A71B-CC227B217358}" srcOrd="2" destOrd="0" parTransId="{24A9B662-9D7B-4373-AB55-3ABBD2D948AF}" sibTransId="{571794FD-B70B-4B62-85BF-150428E8A46B}"/>
    <dgm:cxn modelId="{E599207A-690D-41B2-9A33-ADA46CB95358}" srcId="{D3FCF102-12DB-4A7D-A3C9-498E87DBD7DF}" destId="{A33B6464-7425-4259-9498-EF28AD41D29A}" srcOrd="2" destOrd="0" parTransId="{6CCE9BDE-9CB8-4596-85C7-7B41C5670BA4}" sibTransId="{142A1CE8-EE74-40BA-8743-BE45FEA2B415}"/>
    <dgm:cxn modelId="{74AC987A-D50A-4DF7-B00C-470CF132301A}" srcId="{71C4CDCC-C627-4327-BB12-3C2F2EC8031C}" destId="{25686E05-B2DB-4419-8CAE-F0A8A4A61AB6}" srcOrd="1" destOrd="0" parTransId="{F2289445-5550-43CC-90C7-745540DC919C}" sibTransId="{72FE93A9-163D-4052-85D9-AB90C3F0A525}"/>
    <dgm:cxn modelId="{4CC10380-877A-45F0-89BA-7DB6CAB67FB5}" type="presOf" srcId="{D3FCF102-12DB-4A7D-A3C9-498E87DBD7DF}" destId="{7DDA6246-F8A9-40DE-B4EC-7B23F596184E}" srcOrd="0" destOrd="0" presId="urn:microsoft.com/office/officeart/2005/8/layout/pyramid2"/>
    <dgm:cxn modelId="{1C1DDB85-CAA0-40DD-A52F-3A2E91CDBF4B}" srcId="{965CF947-F0ED-45B2-A71B-CC227B217358}" destId="{7B8DB7A8-EFAD-444E-B354-AB6BA1EE3130}" srcOrd="2" destOrd="0" parTransId="{06BB1F37-3D49-4548-8A23-1DC1BB87A25A}" sibTransId="{9EA9B9BF-1B19-4E67-8EE3-BD7AF61C7FA9}"/>
    <dgm:cxn modelId="{BD56078E-FC72-4C8C-9DC9-A5FD74079A0E}" srcId="{965CF947-F0ED-45B2-A71B-CC227B217358}" destId="{CC88FD9E-2A26-434A-889D-63580CD29BB4}" srcOrd="1" destOrd="0" parTransId="{BA945219-A2D1-4D56-9A90-AEB6B2A0976E}" sibTransId="{20395360-4BBC-4773-AB6D-06ABF5C79A0E}"/>
    <dgm:cxn modelId="{F7AD108E-E241-48A4-B7DA-242FC56DCE3A}" srcId="{D3FCF102-12DB-4A7D-A3C9-498E87DBD7DF}" destId="{58B55634-6D42-4170-AFD4-502E62206D5C}" srcOrd="0" destOrd="0" parTransId="{F5EC882E-F1E6-439B-ACB3-1351E33AD0CE}" sibTransId="{24390CA3-9171-4496-8C9C-D2B5E7123462}"/>
    <dgm:cxn modelId="{EFE60F91-ABB5-4603-B7CD-0607AB643486}" type="presOf" srcId="{71C4CDCC-C627-4327-BB12-3C2F2EC8031C}" destId="{22EBB894-1992-4E0D-8950-113C01061E53}" srcOrd="0" destOrd="0" presId="urn:microsoft.com/office/officeart/2005/8/layout/pyramid2"/>
    <dgm:cxn modelId="{A5284598-5EA1-4840-B6DC-556AEC80D520}" srcId="{71C4CDCC-C627-4327-BB12-3C2F2EC8031C}" destId="{D3FCF102-12DB-4A7D-A3C9-498E87DBD7DF}" srcOrd="0" destOrd="0" parTransId="{81F3A9BD-6790-4E00-9B9F-84C7569D6AE7}" sibTransId="{AFBB4C97-9034-447F-AB41-E33EA060E75F}"/>
    <dgm:cxn modelId="{E37BB5A8-F853-41E0-ADF6-0EFA535A656C}" srcId="{25686E05-B2DB-4419-8CAE-F0A8A4A61AB6}" destId="{9B9F699F-F05B-46CB-980D-D1E815EDFF4B}" srcOrd="0" destOrd="0" parTransId="{4CC2848A-E01F-44B1-880A-59A40ECF6C2D}" sibTransId="{98931C37-7059-4B15-B2C5-166FD610AEBA}"/>
    <dgm:cxn modelId="{E8FB19AA-5F9E-4B73-865F-6DD4A61A483B}" srcId="{D3FCF102-12DB-4A7D-A3C9-498E87DBD7DF}" destId="{766B4AA3-CB89-47B8-80C2-4D391055C23C}" srcOrd="3" destOrd="0" parTransId="{0D754CB3-0100-464B-8B91-2BA97ADDBDD5}" sibTransId="{EF14DB83-03E3-4F46-9B0E-7F7BBFBDE351}"/>
    <dgm:cxn modelId="{5184D9B6-99E6-407B-8777-68E042E5ED6C}" srcId="{965CF947-F0ED-45B2-A71B-CC227B217358}" destId="{BA96059D-D6F4-4856-B3AD-7563B2794FB2}" srcOrd="0" destOrd="0" parTransId="{10C49356-61BD-44BD-891B-606021D646E0}" sibTransId="{56DB9F6F-6DFC-404C-999F-4AC5CA3A1D49}"/>
    <dgm:cxn modelId="{88FFC8B7-1D01-4BF1-A1A6-0E2B84AF4052}" type="presOf" srcId="{CC88FD9E-2A26-434A-889D-63580CD29BB4}" destId="{162DD35B-F0A1-4CD2-B3D1-C2E1E7137AF4}" srcOrd="0" destOrd="2" presId="urn:microsoft.com/office/officeart/2005/8/layout/pyramid2"/>
    <dgm:cxn modelId="{8960BEC1-042A-41F0-80A9-F17F7CD3EB88}" type="presOf" srcId="{965CF947-F0ED-45B2-A71B-CC227B217358}" destId="{162DD35B-F0A1-4CD2-B3D1-C2E1E7137AF4}" srcOrd="0" destOrd="0" presId="urn:microsoft.com/office/officeart/2005/8/layout/pyramid2"/>
    <dgm:cxn modelId="{77789FD1-5CE2-4D50-A22C-112EBD96343B}" type="presOf" srcId="{DE4DEF89-0EB5-46C6-ABB1-38C3E4697AEB}" destId="{D64A31F5-4836-49CD-B7CC-BF3DF57DBC9C}" srcOrd="0" destOrd="2" presId="urn:microsoft.com/office/officeart/2005/8/layout/pyramid2"/>
    <dgm:cxn modelId="{EE7EDDD8-29CB-4FDA-BB19-8953923F60F0}" srcId="{D3FCF102-12DB-4A7D-A3C9-498E87DBD7DF}" destId="{7B95F2BD-912E-450B-A9CA-E72CA80EC07D}" srcOrd="1" destOrd="0" parTransId="{D6AA6D52-333C-4094-B0FB-63C15699FF20}" sibTransId="{0D60F858-92BE-49EF-9FDB-C96C414BD874}"/>
    <dgm:cxn modelId="{C37942F3-D063-4CFE-A5F6-216DECFE97CB}" type="presOf" srcId="{7B8DB7A8-EFAD-444E-B354-AB6BA1EE3130}" destId="{162DD35B-F0A1-4CD2-B3D1-C2E1E7137AF4}" srcOrd="0" destOrd="3" presId="urn:microsoft.com/office/officeart/2005/8/layout/pyramid2"/>
    <dgm:cxn modelId="{396D3DFF-F22E-470E-9E1E-739B796B82E6}" type="presOf" srcId="{9B9F699F-F05B-46CB-980D-D1E815EDFF4B}" destId="{D64A31F5-4836-49CD-B7CC-BF3DF57DBC9C}" srcOrd="0" destOrd="1" presId="urn:microsoft.com/office/officeart/2005/8/layout/pyramid2"/>
    <dgm:cxn modelId="{462008F3-5880-47FB-8B10-A6106925A165}" type="presParOf" srcId="{22EBB894-1992-4E0D-8950-113C01061E53}" destId="{8831EEEF-12B7-46F8-A9C5-E7A34E9C5339}" srcOrd="0" destOrd="0" presId="urn:microsoft.com/office/officeart/2005/8/layout/pyramid2"/>
    <dgm:cxn modelId="{D3BF73AC-455B-4654-9602-D0F544DECC0E}" type="presParOf" srcId="{22EBB894-1992-4E0D-8950-113C01061E53}" destId="{3F10BF15-C6B0-4F8C-83E3-64580D1739BE}" srcOrd="1" destOrd="0" presId="urn:microsoft.com/office/officeart/2005/8/layout/pyramid2"/>
    <dgm:cxn modelId="{C790E63A-B999-4F63-BD87-9F4B92B3EBAE}" type="presParOf" srcId="{3F10BF15-C6B0-4F8C-83E3-64580D1739BE}" destId="{7DDA6246-F8A9-40DE-B4EC-7B23F596184E}" srcOrd="0" destOrd="0" presId="urn:microsoft.com/office/officeart/2005/8/layout/pyramid2"/>
    <dgm:cxn modelId="{04B10A6A-52F5-42D5-B10A-2B0C7244823E}" type="presParOf" srcId="{3F10BF15-C6B0-4F8C-83E3-64580D1739BE}" destId="{1E4529F3-ECD9-4B0F-9738-2E38E849B77B}" srcOrd="1" destOrd="0" presId="urn:microsoft.com/office/officeart/2005/8/layout/pyramid2"/>
    <dgm:cxn modelId="{634F6A23-8B16-4F4C-9B75-4F7EBB9EFE17}" type="presParOf" srcId="{3F10BF15-C6B0-4F8C-83E3-64580D1739BE}" destId="{D64A31F5-4836-49CD-B7CC-BF3DF57DBC9C}" srcOrd="2" destOrd="0" presId="urn:microsoft.com/office/officeart/2005/8/layout/pyramid2"/>
    <dgm:cxn modelId="{0845F621-5F93-4588-88EF-5E3C23446007}" type="presParOf" srcId="{3F10BF15-C6B0-4F8C-83E3-64580D1739BE}" destId="{8A25F4E2-8F7D-4F71-9B0E-12440596AE66}" srcOrd="3" destOrd="0" presId="urn:microsoft.com/office/officeart/2005/8/layout/pyramid2"/>
    <dgm:cxn modelId="{F5F8E3F3-475E-4850-81DB-5132915478E2}" type="presParOf" srcId="{3F10BF15-C6B0-4F8C-83E3-64580D1739BE}" destId="{162DD35B-F0A1-4CD2-B3D1-C2E1E7137AF4}" srcOrd="4" destOrd="0" presId="urn:microsoft.com/office/officeart/2005/8/layout/pyramid2"/>
    <dgm:cxn modelId="{AF067383-C8F2-4534-B847-8232DF0AF9BD}" type="presParOf" srcId="{3F10BF15-C6B0-4F8C-83E3-64580D1739BE}" destId="{31E7EB41-E91A-4472-A371-751E3F567D0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0E0220-94A4-4A17-A991-891A4CFC202E}" type="doc">
      <dgm:prSet loTypeId="urn:microsoft.com/office/officeart/2005/8/layout/hList6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BBCFF0A-4B80-4EE3-8F25-9AD2C06087D2}">
      <dgm:prSet phldrT="[Text]"/>
      <dgm:spPr/>
      <dgm:t>
        <a:bodyPr/>
        <a:lstStyle/>
        <a:p>
          <a:r>
            <a:rPr lang="en-US" dirty="0"/>
            <a:t>Identify Wins &amp; Failures</a:t>
          </a:r>
        </a:p>
      </dgm:t>
    </dgm:pt>
    <dgm:pt modelId="{65842B20-467E-48A3-BBA7-AB0C520F700A}" type="parTrans" cxnId="{FD290CB2-AA0C-44CC-80F4-9C73428461C5}">
      <dgm:prSet/>
      <dgm:spPr/>
      <dgm:t>
        <a:bodyPr/>
        <a:lstStyle/>
        <a:p>
          <a:endParaRPr lang="en-US"/>
        </a:p>
      </dgm:t>
    </dgm:pt>
    <dgm:pt modelId="{0912D2C3-DC48-4F81-B9D9-1DC47C458C6C}" type="sibTrans" cxnId="{FD290CB2-AA0C-44CC-80F4-9C73428461C5}">
      <dgm:prSet/>
      <dgm:spPr/>
      <dgm:t>
        <a:bodyPr/>
        <a:lstStyle/>
        <a:p>
          <a:endParaRPr lang="en-US"/>
        </a:p>
      </dgm:t>
    </dgm:pt>
    <dgm:pt modelId="{0E39E106-DC1F-4E42-AE7A-D19693A88708}">
      <dgm:prSet phldrT="[Text]"/>
      <dgm:spPr/>
      <dgm:t>
        <a:bodyPr/>
        <a:lstStyle/>
        <a:p>
          <a:r>
            <a:rPr lang="en-US" dirty="0"/>
            <a:t>Achieve</a:t>
          </a:r>
        </a:p>
      </dgm:t>
    </dgm:pt>
    <dgm:pt modelId="{F22E2FC3-89A0-49E6-B9FE-321286DB85F4}" type="parTrans" cxnId="{C0BCD5D9-3A64-443E-B5AF-A26839AD80AB}">
      <dgm:prSet/>
      <dgm:spPr/>
      <dgm:t>
        <a:bodyPr/>
        <a:lstStyle/>
        <a:p>
          <a:endParaRPr lang="en-US"/>
        </a:p>
      </dgm:t>
    </dgm:pt>
    <dgm:pt modelId="{2DAB1975-7268-4030-A331-B9C3D0B2B16F}" type="sibTrans" cxnId="{C0BCD5D9-3A64-443E-B5AF-A26839AD80AB}">
      <dgm:prSet/>
      <dgm:spPr/>
      <dgm:t>
        <a:bodyPr/>
        <a:lstStyle/>
        <a:p>
          <a:endParaRPr lang="en-US"/>
        </a:p>
      </dgm:t>
    </dgm:pt>
    <dgm:pt modelId="{B9C4AD4B-515D-49FF-9A40-0A5E18E41773}">
      <dgm:prSet phldrT="[Text]"/>
      <dgm:spPr/>
      <dgm:t>
        <a:bodyPr/>
        <a:lstStyle/>
        <a:p>
          <a:r>
            <a:rPr lang="en-US" dirty="0"/>
            <a:t>Obtain Feedback</a:t>
          </a:r>
        </a:p>
      </dgm:t>
    </dgm:pt>
    <dgm:pt modelId="{2932B1E4-10AF-4EE2-B7CB-5518BB5E2042}" type="parTrans" cxnId="{5B6D3558-5FF7-4ED5-8512-92B114A80FE0}">
      <dgm:prSet/>
      <dgm:spPr/>
      <dgm:t>
        <a:bodyPr/>
        <a:lstStyle/>
        <a:p>
          <a:endParaRPr lang="en-US"/>
        </a:p>
      </dgm:t>
    </dgm:pt>
    <dgm:pt modelId="{2D887101-D21B-447B-B3B8-A53DC113BFF0}" type="sibTrans" cxnId="{5B6D3558-5FF7-4ED5-8512-92B114A80FE0}">
      <dgm:prSet/>
      <dgm:spPr/>
      <dgm:t>
        <a:bodyPr/>
        <a:lstStyle/>
        <a:p>
          <a:endParaRPr lang="en-US"/>
        </a:p>
      </dgm:t>
    </dgm:pt>
    <dgm:pt modelId="{695EEE26-FFEE-4B4E-AF05-D5BD48CCC902}">
      <dgm:prSet/>
      <dgm:spPr/>
      <dgm:t>
        <a:bodyPr/>
        <a:lstStyle/>
        <a:p>
          <a:r>
            <a:rPr lang="en-US" dirty="0"/>
            <a:t>Feedback on new process and policies</a:t>
          </a:r>
        </a:p>
      </dgm:t>
    </dgm:pt>
    <dgm:pt modelId="{7EC6AE7A-1AC8-4A76-AB59-4A7933E5D720}" type="parTrans" cxnId="{28D78EC4-DF61-47F3-A9B1-7C4CC78FD923}">
      <dgm:prSet/>
      <dgm:spPr/>
      <dgm:t>
        <a:bodyPr/>
        <a:lstStyle/>
        <a:p>
          <a:endParaRPr lang="en-US"/>
        </a:p>
      </dgm:t>
    </dgm:pt>
    <dgm:pt modelId="{2B00B5C6-B0F0-4EDF-89B4-42A6399E7111}" type="sibTrans" cxnId="{28D78EC4-DF61-47F3-A9B1-7C4CC78FD923}">
      <dgm:prSet/>
      <dgm:spPr/>
      <dgm:t>
        <a:bodyPr/>
        <a:lstStyle/>
        <a:p>
          <a:endParaRPr lang="en-US"/>
        </a:p>
      </dgm:t>
    </dgm:pt>
    <dgm:pt modelId="{0AF14FFE-CD62-4121-926A-48D64EEE30D9}">
      <dgm:prSet phldrT="[Text]"/>
      <dgm:spPr/>
      <dgm:t>
        <a:bodyPr/>
        <a:lstStyle/>
        <a:p>
          <a:r>
            <a:rPr lang="en-US" dirty="0"/>
            <a:t>Procedures</a:t>
          </a:r>
        </a:p>
      </dgm:t>
    </dgm:pt>
    <dgm:pt modelId="{81B5E68D-4FD1-4508-BE44-2F04795D10A3}" type="parTrans" cxnId="{D6508B7E-A130-4A6B-9B81-F2CFAE9D48BC}">
      <dgm:prSet/>
      <dgm:spPr/>
      <dgm:t>
        <a:bodyPr/>
        <a:lstStyle/>
        <a:p>
          <a:endParaRPr lang="en-US"/>
        </a:p>
      </dgm:t>
    </dgm:pt>
    <dgm:pt modelId="{AD063F0E-0CE2-45BF-B2E8-49072BD4D825}" type="sibTrans" cxnId="{D6508B7E-A130-4A6B-9B81-F2CFAE9D48BC}">
      <dgm:prSet/>
      <dgm:spPr/>
      <dgm:t>
        <a:bodyPr/>
        <a:lstStyle/>
        <a:p>
          <a:endParaRPr lang="en-US"/>
        </a:p>
      </dgm:t>
    </dgm:pt>
    <dgm:pt modelId="{AFB9AD32-2EB4-40DD-BF7C-6876D241F21D}">
      <dgm:prSet phldrT="[Text]"/>
      <dgm:spPr/>
      <dgm:t>
        <a:bodyPr/>
        <a:lstStyle/>
        <a:p>
          <a:r>
            <a:rPr lang="en-US" dirty="0"/>
            <a:t>Policy reviews</a:t>
          </a:r>
        </a:p>
      </dgm:t>
    </dgm:pt>
    <dgm:pt modelId="{792AD212-D638-42A5-8507-4594B4A3F007}" type="parTrans" cxnId="{DA387463-8520-49BA-97DC-FC650C3B594D}">
      <dgm:prSet/>
      <dgm:spPr/>
      <dgm:t>
        <a:bodyPr/>
        <a:lstStyle/>
        <a:p>
          <a:endParaRPr lang="en-US"/>
        </a:p>
      </dgm:t>
    </dgm:pt>
    <dgm:pt modelId="{87387AB5-C114-41D3-972C-5CC36D92B166}" type="sibTrans" cxnId="{DA387463-8520-49BA-97DC-FC650C3B594D}">
      <dgm:prSet/>
      <dgm:spPr/>
      <dgm:t>
        <a:bodyPr/>
        <a:lstStyle/>
        <a:p>
          <a:endParaRPr lang="en-US"/>
        </a:p>
      </dgm:t>
    </dgm:pt>
    <dgm:pt modelId="{FB1E3CB0-F0D3-41E3-BEBB-33FA5B1EECDD}">
      <dgm:prSet phldrT="[Text]"/>
      <dgm:spPr/>
      <dgm:t>
        <a:bodyPr/>
        <a:lstStyle/>
        <a:p>
          <a:r>
            <a:rPr lang="en-US" dirty="0"/>
            <a:t>Communicate and review Change Management</a:t>
          </a:r>
        </a:p>
      </dgm:t>
    </dgm:pt>
    <dgm:pt modelId="{1AECF166-8D7D-42F1-9C0E-BDC09719EE69}" type="parTrans" cxnId="{47DC7980-507C-4CE2-8DEE-0D25279A3444}">
      <dgm:prSet/>
      <dgm:spPr/>
      <dgm:t>
        <a:bodyPr/>
        <a:lstStyle/>
        <a:p>
          <a:endParaRPr lang="en-US"/>
        </a:p>
      </dgm:t>
    </dgm:pt>
    <dgm:pt modelId="{A8E05954-5B42-4297-A0A4-B656E0804146}" type="sibTrans" cxnId="{47DC7980-507C-4CE2-8DEE-0D25279A3444}">
      <dgm:prSet/>
      <dgm:spPr/>
      <dgm:t>
        <a:bodyPr/>
        <a:lstStyle/>
        <a:p>
          <a:endParaRPr lang="en-US"/>
        </a:p>
      </dgm:t>
    </dgm:pt>
    <dgm:pt modelId="{6EDC9C45-8FEA-41F2-B573-B304DEECCF70}">
      <dgm:prSet phldrT="[Text]"/>
      <dgm:spPr/>
      <dgm:t>
        <a:bodyPr/>
        <a:lstStyle/>
        <a:p>
          <a:r>
            <a:rPr lang="en-US" dirty="0"/>
            <a:t>Alignment of the Business Unit</a:t>
          </a:r>
        </a:p>
      </dgm:t>
    </dgm:pt>
    <dgm:pt modelId="{F46E8AF9-5FD3-4BD6-B836-FBC941C47403}" type="parTrans" cxnId="{2A00C128-6914-4933-AE08-A2FEC4D60136}">
      <dgm:prSet/>
      <dgm:spPr/>
      <dgm:t>
        <a:bodyPr/>
        <a:lstStyle/>
        <a:p>
          <a:endParaRPr lang="en-US"/>
        </a:p>
      </dgm:t>
    </dgm:pt>
    <dgm:pt modelId="{8B598A03-B2B4-406B-99E8-7C18CC7C234D}" type="sibTrans" cxnId="{2A00C128-6914-4933-AE08-A2FEC4D60136}">
      <dgm:prSet/>
      <dgm:spPr/>
      <dgm:t>
        <a:bodyPr/>
        <a:lstStyle/>
        <a:p>
          <a:endParaRPr lang="en-US"/>
        </a:p>
      </dgm:t>
    </dgm:pt>
    <dgm:pt modelId="{34DCCE30-92D1-4BF2-990B-B64545997D38}">
      <dgm:prSet phldrT="[Text]"/>
      <dgm:spPr/>
      <dgm:t>
        <a:bodyPr/>
        <a:lstStyle/>
        <a:p>
          <a:r>
            <a:rPr lang="en-US" dirty="0"/>
            <a:t>Work on the concentrated effort</a:t>
          </a:r>
        </a:p>
      </dgm:t>
    </dgm:pt>
    <dgm:pt modelId="{D20A0334-74B5-4056-9089-F205B78FBE08}" type="parTrans" cxnId="{C97415D3-7222-45D9-A9D5-A0E4177A0361}">
      <dgm:prSet/>
      <dgm:spPr/>
      <dgm:t>
        <a:bodyPr/>
        <a:lstStyle/>
        <a:p>
          <a:endParaRPr lang="en-US"/>
        </a:p>
      </dgm:t>
    </dgm:pt>
    <dgm:pt modelId="{5B00C54C-83E9-403C-B646-11166DC5DA6B}" type="sibTrans" cxnId="{C97415D3-7222-45D9-A9D5-A0E4177A0361}">
      <dgm:prSet/>
      <dgm:spPr/>
      <dgm:t>
        <a:bodyPr/>
        <a:lstStyle/>
        <a:p>
          <a:endParaRPr lang="en-US"/>
        </a:p>
      </dgm:t>
    </dgm:pt>
    <dgm:pt modelId="{2AEB51C5-AFD0-45E8-800F-5C40F0F81D15}">
      <dgm:prSet phldrT="[Text]"/>
      <dgm:spPr/>
      <dgm:t>
        <a:bodyPr/>
        <a:lstStyle/>
        <a:p>
          <a:r>
            <a:rPr lang="en-US" dirty="0"/>
            <a:t>Key elements to Sync</a:t>
          </a:r>
        </a:p>
      </dgm:t>
    </dgm:pt>
    <dgm:pt modelId="{0B67B99B-83A5-4B33-B3E2-A3BFC4466F60}" type="parTrans" cxnId="{5217D52D-0AC6-4842-97BE-4AA35CB293D3}">
      <dgm:prSet/>
      <dgm:spPr/>
      <dgm:t>
        <a:bodyPr/>
        <a:lstStyle/>
        <a:p>
          <a:endParaRPr lang="en-US"/>
        </a:p>
      </dgm:t>
    </dgm:pt>
    <dgm:pt modelId="{DE06FF80-98B5-460F-8769-1AB1DD027D7C}" type="sibTrans" cxnId="{5217D52D-0AC6-4842-97BE-4AA35CB293D3}">
      <dgm:prSet/>
      <dgm:spPr/>
      <dgm:t>
        <a:bodyPr/>
        <a:lstStyle/>
        <a:p>
          <a:endParaRPr lang="en-US"/>
        </a:p>
      </dgm:t>
    </dgm:pt>
    <dgm:pt modelId="{ED15028F-5C8F-4FCB-B20E-B5C22EECE470}">
      <dgm:prSet phldrT="[Text]"/>
      <dgm:spPr/>
      <dgm:t>
        <a:bodyPr/>
        <a:lstStyle/>
        <a:p>
          <a:r>
            <a:rPr lang="en-US" dirty="0"/>
            <a:t>Strategy</a:t>
          </a:r>
        </a:p>
      </dgm:t>
    </dgm:pt>
    <dgm:pt modelId="{DD2AD7BA-85E8-47B6-BD67-F646209A90B0}" type="parTrans" cxnId="{375FDB43-D617-404C-BF30-C706A4B844E2}">
      <dgm:prSet/>
      <dgm:spPr/>
      <dgm:t>
        <a:bodyPr/>
        <a:lstStyle/>
        <a:p>
          <a:endParaRPr lang="en-US"/>
        </a:p>
      </dgm:t>
    </dgm:pt>
    <dgm:pt modelId="{59148506-C917-41DF-8215-BC3F68948A46}" type="sibTrans" cxnId="{375FDB43-D617-404C-BF30-C706A4B844E2}">
      <dgm:prSet/>
      <dgm:spPr/>
      <dgm:t>
        <a:bodyPr/>
        <a:lstStyle/>
        <a:p>
          <a:endParaRPr lang="en-US"/>
        </a:p>
      </dgm:t>
    </dgm:pt>
    <dgm:pt modelId="{6EA2AC47-44E6-4B18-A1BC-2F74BD6D0949}">
      <dgm:prSet phldrT="[Text]"/>
      <dgm:spPr/>
      <dgm:t>
        <a:bodyPr/>
        <a:lstStyle/>
        <a:p>
          <a:r>
            <a:rPr lang="en-US" dirty="0"/>
            <a:t>Structure</a:t>
          </a:r>
        </a:p>
      </dgm:t>
    </dgm:pt>
    <dgm:pt modelId="{3C9287A1-BB96-4FD1-8005-84352FED1610}" type="parTrans" cxnId="{2C51F5DF-BFA8-4A6B-B4B2-2B5A9B05721B}">
      <dgm:prSet/>
      <dgm:spPr/>
      <dgm:t>
        <a:bodyPr/>
        <a:lstStyle/>
        <a:p>
          <a:endParaRPr lang="en-US"/>
        </a:p>
      </dgm:t>
    </dgm:pt>
    <dgm:pt modelId="{DBA560BC-432B-4423-A05A-F4A5E02B2F27}" type="sibTrans" cxnId="{2C51F5DF-BFA8-4A6B-B4B2-2B5A9B05721B}">
      <dgm:prSet/>
      <dgm:spPr/>
      <dgm:t>
        <a:bodyPr/>
        <a:lstStyle/>
        <a:p>
          <a:endParaRPr lang="en-US"/>
        </a:p>
      </dgm:t>
    </dgm:pt>
    <dgm:pt modelId="{9B1CFCE5-28BF-40F4-B9B1-4098E08AD612}">
      <dgm:prSet phldrT="[Text]"/>
      <dgm:spPr/>
      <dgm:t>
        <a:bodyPr/>
        <a:lstStyle/>
        <a:p>
          <a:r>
            <a:rPr lang="en-US" dirty="0"/>
            <a:t>Skills &amp;</a:t>
          </a:r>
        </a:p>
      </dgm:t>
    </dgm:pt>
    <dgm:pt modelId="{CF39F8D9-9EDD-4E42-BB2D-D968200695A9}" type="parTrans" cxnId="{F25D0935-4118-437D-B2B8-95121397F051}">
      <dgm:prSet/>
      <dgm:spPr/>
      <dgm:t>
        <a:bodyPr/>
        <a:lstStyle/>
        <a:p>
          <a:endParaRPr lang="en-US"/>
        </a:p>
      </dgm:t>
    </dgm:pt>
    <dgm:pt modelId="{C819FF83-F154-475B-8752-55EA24BD8FEF}" type="sibTrans" cxnId="{F25D0935-4118-437D-B2B8-95121397F051}">
      <dgm:prSet/>
      <dgm:spPr/>
      <dgm:t>
        <a:bodyPr/>
        <a:lstStyle/>
        <a:p>
          <a:endParaRPr lang="en-US"/>
        </a:p>
      </dgm:t>
    </dgm:pt>
    <dgm:pt modelId="{5EE46377-BD50-449F-A7BA-14A004FFE837}">
      <dgm:prSet phldrT="[Text]"/>
      <dgm:spPr/>
      <dgm:t>
        <a:bodyPr/>
        <a:lstStyle/>
        <a:p>
          <a:r>
            <a:rPr lang="en-US" dirty="0"/>
            <a:t>Culture</a:t>
          </a:r>
        </a:p>
      </dgm:t>
    </dgm:pt>
    <dgm:pt modelId="{690366DD-1F3E-4868-A81A-375804858A0F}" type="parTrans" cxnId="{2109A655-2FEF-4591-B499-3D02FBF32AE0}">
      <dgm:prSet/>
      <dgm:spPr/>
      <dgm:t>
        <a:bodyPr/>
        <a:lstStyle/>
        <a:p>
          <a:endParaRPr lang="en-US"/>
        </a:p>
      </dgm:t>
    </dgm:pt>
    <dgm:pt modelId="{A510B968-8A8E-4D33-88AA-D000492AFA4A}" type="sibTrans" cxnId="{2109A655-2FEF-4591-B499-3D02FBF32AE0}">
      <dgm:prSet/>
      <dgm:spPr/>
      <dgm:t>
        <a:bodyPr/>
        <a:lstStyle/>
        <a:p>
          <a:endParaRPr lang="en-US"/>
        </a:p>
      </dgm:t>
    </dgm:pt>
    <dgm:pt modelId="{5322F25E-6D43-4C91-BEBA-202B17FF2067}">
      <dgm:prSet/>
      <dgm:spPr/>
      <dgm:t>
        <a:bodyPr/>
        <a:lstStyle/>
        <a:p>
          <a:r>
            <a:rPr lang="en-US" dirty="0"/>
            <a:t>Establish way to reward core team</a:t>
          </a:r>
        </a:p>
      </dgm:t>
    </dgm:pt>
    <dgm:pt modelId="{DF3E09E5-89F8-4160-8FCD-FF422F86FFC8}" type="parTrans" cxnId="{5B27D29B-9922-481D-B573-7D06DBC8B55E}">
      <dgm:prSet/>
      <dgm:spPr/>
      <dgm:t>
        <a:bodyPr/>
        <a:lstStyle/>
        <a:p>
          <a:endParaRPr lang="en-US"/>
        </a:p>
      </dgm:t>
    </dgm:pt>
    <dgm:pt modelId="{81EA488A-567F-4957-9605-5F007EAC7A25}" type="sibTrans" cxnId="{5B27D29B-9922-481D-B573-7D06DBC8B55E}">
      <dgm:prSet/>
      <dgm:spPr/>
      <dgm:t>
        <a:bodyPr/>
        <a:lstStyle/>
        <a:p>
          <a:endParaRPr lang="en-US"/>
        </a:p>
      </dgm:t>
    </dgm:pt>
    <dgm:pt modelId="{BDF3584D-1009-4ADB-8C76-D37C969CF2EF}">
      <dgm:prSet/>
      <dgm:spPr/>
      <dgm:t>
        <a:bodyPr/>
        <a:lstStyle/>
        <a:p>
          <a:r>
            <a:rPr lang="en-US" dirty="0"/>
            <a:t>Identify key challenges</a:t>
          </a:r>
        </a:p>
      </dgm:t>
    </dgm:pt>
    <dgm:pt modelId="{E2C53071-D56B-4BAD-BA51-7ED1BC0751E6}" type="parTrans" cxnId="{7DAF00F4-6D7A-4AF1-A5E2-AEED57F28952}">
      <dgm:prSet/>
      <dgm:spPr/>
      <dgm:t>
        <a:bodyPr/>
        <a:lstStyle/>
        <a:p>
          <a:endParaRPr lang="en-US"/>
        </a:p>
      </dgm:t>
    </dgm:pt>
    <dgm:pt modelId="{0FFD4689-6D16-4161-A344-BA8952F79ECB}" type="sibTrans" cxnId="{7DAF00F4-6D7A-4AF1-A5E2-AEED57F28952}">
      <dgm:prSet/>
      <dgm:spPr/>
      <dgm:t>
        <a:bodyPr/>
        <a:lstStyle/>
        <a:p>
          <a:endParaRPr lang="en-US"/>
        </a:p>
      </dgm:t>
    </dgm:pt>
    <dgm:pt modelId="{2C143699-2A6D-4A71-91C3-B656FC2F0E5B}">
      <dgm:prSet/>
      <dgm:spPr/>
      <dgm:t>
        <a:bodyPr/>
        <a:lstStyle/>
        <a:p>
          <a:r>
            <a:rPr lang="en-US" dirty="0"/>
            <a:t>Sustaining and implement other functions</a:t>
          </a:r>
        </a:p>
      </dgm:t>
    </dgm:pt>
    <dgm:pt modelId="{CEBE8047-5282-48BF-99EA-BD94250038D4}" type="parTrans" cxnId="{9939A8DE-6D54-40BB-936B-3F7640FC7800}">
      <dgm:prSet/>
      <dgm:spPr/>
      <dgm:t>
        <a:bodyPr/>
        <a:lstStyle/>
        <a:p>
          <a:endParaRPr lang="en-US"/>
        </a:p>
      </dgm:t>
    </dgm:pt>
    <dgm:pt modelId="{7186AA36-9B25-45C2-BA4F-A8278B883505}" type="sibTrans" cxnId="{9939A8DE-6D54-40BB-936B-3F7640FC7800}">
      <dgm:prSet/>
      <dgm:spPr/>
      <dgm:t>
        <a:bodyPr/>
        <a:lstStyle/>
        <a:p>
          <a:endParaRPr lang="en-US"/>
        </a:p>
      </dgm:t>
    </dgm:pt>
    <dgm:pt modelId="{DAC76E02-8DAB-4725-8697-28E94F24FD23}" type="pres">
      <dgm:prSet presAssocID="{1F0E0220-94A4-4A17-A991-891A4CFC202E}" presName="Name0" presStyleCnt="0">
        <dgm:presLayoutVars>
          <dgm:dir/>
          <dgm:resizeHandles val="exact"/>
        </dgm:presLayoutVars>
      </dgm:prSet>
      <dgm:spPr/>
    </dgm:pt>
    <dgm:pt modelId="{6572265D-D9CC-4B91-987F-8CC9ACF3C05B}" type="pres">
      <dgm:prSet presAssocID="{0BBCFF0A-4B80-4EE3-8F25-9AD2C06087D2}" presName="node" presStyleLbl="node1" presStyleIdx="0" presStyleCnt="3">
        <dgm:presLayoutVars>
          <dgm:bulletEnabled val="1"/>
        </dgm:presLayoutVars>
      </dgm:prSet>
      <dgm:spPr/>
    </dgm:pt>
    <dgm:pt modelId="{DD90EAB3-13D5-4860-B9E3-9AE0B2A30DFF}" type="pres">
      <dgm:prSet presAssocID="{0912D2C3-DC48-4F81-B9D9-1DC47C458C6C}" presName="sibTrans" presStyleCnt="0"/>
      <dgm:spPr/>
    </dgm:pt>
    <dgm:pt modelId="{CF880D50-6358-4984-8E91-8E339862A3B9}" type="pres">
      <dgm:prSet presAssocID="{0E39E106-DC1F-4E42-AE7A-D19693A88708}" presName="node" presStyleLbl="node1" presStyleIdx="1" presStyleCnt="3">
        <dgm:presLayoutVars>
          <dgm:bulletEnabled val="1"/>
        </dgm:presLayoutVars>
      </dgm:prSet>
      <dgm:spPr/>
    </dgm:pt>
    <dgm:pt modelId="{D73C9F97-27E9-436F-8801-2B9B4736FE6F}" type="pres">
      <dgm:prSet presAssocID="{2DAB1975-7268-4030-A331-B9C3D0B2B16F}" presName="sibTrans" presStyleCnt="0"/>
      <dgm:spPr/>
    </dgm:pt>
    <dgm:pt modelId="{F797E662-1A9C-4962-9DB4-FC6B743D74BA}" type="pres">
      <dgm:prSet presAssocID="{B9C4AD4B-515D-49FF-9A40-0A5E18E41773}" presName="node" presStyleLbl="node1" presStyleIdx="2" presStyleCnt="3">
        <dgm:presLayoutVars>
          <dgm:bulletEnabled val="1"/>
        </dgm:presLayoutVars>
      </dgm:prSet>
      <dgm:spPr/>
    </dgm:pt>
  </dgm:ptLst>
  <dgm:cxnLst>
    <dgm:cxn modelId="{DBC01010-F41E-4F88-85D2-CE86918471E7}" type="presOf" srcId="{2C143699-2A6D-4A71-91C3-B656FC2F0E5B}" destId="{F797E662-1A9C-4962-9DB4-FC6B743D74BA}" srcOrd="0" destOrd="3" presId="urn:microsoft.com/office/officeart/2005/8/layout/hList6"/>
    <dgm:cxn modelId="{0875EA16-EEA3-46C8-AFF5-108A44FC9B0D}" type="presOf" srcId="{695EEE26-FFEE-4B4E-AF05-D5BD48CCC902}" destId="{F797E662-1A9C-4962-9DB4-FC6B743D74BA}" srcOrd="0" destOrd="1" presId="urn:microsoft.com/office/officeart/2005/8/layout/hList6"/>
    <dgm:cxn modelId="{D16F5621-93A3-48FA-B312-AEFCF55E5F74}" type="presOf" srcId="{5EE46377-BD50-449F-A7BA-14A004FFE837}" destId="{CF880D50-6358-4984-8E91-8E339862A3B9}" srcOrd="0" destOrd="7" presId="urn:microsoft.com/office/officeart/2005/8/layout/hList6"/>
    <dgm:cxn modelId="{2A00C128-6914-4933-AE08-A2FEC4D60136}" srcId="{0E39E106-DC1F-4E42-AE7A-D19693A88708}" destId="{6EDC9C45-8FEA-41F2-B573-B304DEECCF70}" srcOrd="0" destOrd="0" parTransId="{F46E8AF9-5FD3-4BD6-B836-FBC941C47403}" sibTransId="{8B598A03-B2B4-406B-99E8-7C18CC7C234D}"/>
    <dgm:cxn modelId="{5217D52D-0AC6-4842-97BE-4AA35CB293D3}" srcId="{0E39E106-DC1F-4E42-AE7A-D19693A88708}" destId="{2AEB51C5-AFD0-45E8-800F-5C40F0F81D15}" srcOrd="2" destOrd="0" parTransId="{0B67B99B-83A5-4B33-B3E2-A3BFC4466F60}" sibTransId="{DE06FF80-98B5-460F-8769-1AB1DD027D7C}"/>
    <dgm:cxn modelId="{F25D0935-4118-437D-B2B8-95121397F051}" srcId="{2AEB51C5-AFD0-45E8-800F-5C40F0F81D15}" destId="{9B1CFCE5-28BF-40F4-B9B1-4098E08AD612}" srcOrd="2" destOrd="0" parTransId="{CF39F8D9-9EDD-4E42-BB2D-D968200695A9}" sibTransId="{C819FF83-F154-475B-8752-55EA24BD8FEF}"/>
    <dgm:cxn modelId="{EB92FC3E-DE95-40CC-A04E-B8806973D302}" type="presOf" srcId="{AFB9AD32-2EB4-40DD-BF7C-6876D241F21D}" destId="{6572265D-D9CC-4B91-987F-8CC9ACF3C05B}" srcOrd="0" destOrd="2" presId="urn:microsoft.com/office/officeart/2005/8/layout/hList6"/>
    <dgm:cxn modelId="{DA387463-8520-49BA-97DC-FC650C3B594D}" srcId="{0BBCFF0A-4B80-4EE3-8F25-9AD2C06087D2}" destId="{AFB9AD32-2EB4-40DD-BF7C-6876D241F21D}" srcOrd="1" destOrd="0" parTransId="{792AD212-D638-42A5-8507-4594B4A3F007}" sibTransId="{87387AB5-C114-41D3-972C-5CC36D92B166}"/>
    <dgm:cxn modelId="{375FDB43-D617-404C-BF30-C706A4B844E2}" srcId="{2AEB51C5-AFD0-45E8-800F-5C40F0F81D15}" destId="{ED15028F-5C8F-4FCB-B20E-B5C22EECE470}" srcOrd="0" destOrd="0" parTransId="{DD2AD7BA-85E8-47B6-BD67-F646209A90B0}" sibTransId="{59148506-C917-41DF-8215-BC3F68948A46}"/>
    <dgm:cxn modelId="{94A63A49-BFCF-4F32-B978-7BED18FF8796}" type="presOf" srcId="{6EA2AC47-44E6-4B18-A1BC-2F74BD6D0949}" destId="{CF880D50-6358-4984-8E91-8E339862A3B9}" srcOrd="0" destOrd="5" presId="urn:microsoft.com/office/officeart/2005/8/layout/hList6"/>
    <dgm:cxn modelId="{C4D8064A-8F2A-4A8B-BCF5-342346626174}" type="presOf" srcId="{34DCCE30-92D1-4BF2-990B-B64545997D38}" destId="{CF880D50-6358-4984-8E91-8E339862A3B9}" srcOrd="0" destOrd="2" presId="urn:microsoft.com/office/officeart/2005/8/layout/hList6"/>
    <dgm:cxn modelId="{C5132D4F-D9C7-416D-AEBC-03C54A05350A}" type="presOf" srcId="{9B1CFCE5-28BF-40F4-B9B1-4098E08AD612}" destId="{CF880D50-6358-4984-8E91-8E339862A3B9}" srcOrd="0" destOrd="6" presId="urn:microsoft.com/office/officeart/2005/8/layout/hList6"/>
    <dgm:cxn modelId="{2109A655-2FEF-4591-B499-3D02FBF32AE0}" srcId="{2AEB51C5-AFD0-45E8-800F-5C40F0F81D15}" destId="{5EE46377-BD50-449F-A7BA-14A004FFE837}" srcOrd="3" destOrd="0" parTransId="{690366DD-1F3E-4868-A81A-375804858A0F}" sibTransId="{A510B968-8A8E-4D33-88AA-D000492AFA4A}"/>
    <dgm:cxn modelId="{5B6D3558-5FF7-4ED5-8512-92B114A80FE0}" srcId="{1F0E0220-94A4-4A17-A991-891A4CFC202E}" destId="{B9C4AD4B-515D-49FF-9A40-0A5E18E41773}" srcOrd="2" destOrd="0" parTransId="{2932B1E4-10AF-4EE2-B7CB-5518BB5E2042}" sibTransId="{2D887101-D21B-447B-B3B8-A53DC113BFF0}"/>
    <dgm:cxn modelId="{D6508B7E-A130-4A6B-9B81-F2CFAE9D48BC}" srcId="{0BBCFF0A-4B80-4EE3-8F25-9AD2C06087D2}" destId="{0AF14FFE-CD62-4121-926A-48D64EEE30D9}" srcOrd="0" destOrd="0" parTransId="{81B5E68D-4FD1-4508-BE44-2F04795D10A3}" sibTransId="{AD063F0E-0CE2-45BF-B2E8-49072BD4D825}"/>
    <dgm:cxn modelId="{47DC7980-507C-4CE2-8DEE-0D25279A3444}" srcId="{0BBCFF0A-4B80-4EE3-8F25-9AD2C06087D2}" destId="{FB1E3CB0-F0D3-41E3-BEBB-33FA5B1EECDD}" srcOrd="2" destOrd="0" parTransId="{1AECF166-8D7D-42F1-9C0E-BDC09719EE69}" sibTransId="{A8E05954-5B42-4297-A0A4-B656E0804146}"/>
    <dgm:cxn modelId="{7B46B296-59B0-4140-83EE-FFD28C6089C2}" type="presOf" srcId="{5322F25E-6D43-4C91-BEBA-202B17FF2067}" destId="{F797E662-1A9C-4962-9DB4-FC6B743D74BA}" srcOrd="0" destOrd="4" presId="urn:microsoft.com/office/officeart/2005/8/layout/hList6"/>
    <dgm:cxn modelId="{5B27D29B-9922-481D-B573-7D06DBC8B55E}" srcId="{B9C4AD4B-515D-49FF-9A40-0A5E18E41773}" destId="{5322F25E-6D43-4C91-BEBA-202B17FF2067}" srcOrd="3" destOrd="0" parTransId="{DF3E09E5-89F8-4160-8FCD-FF422F86FFC8}" sibTransId="{81EA488A-567F-4957-9605-5F007EAC7A25}"/>
    <dgm:cxn modelId="{0B497FA0-AC77-40DE-9459-45A29B3549EA}" type="presOf" srcId="{1F0E0220-94A4-4A17-A991-891A4CFC202E}" destId="{DAC76E02-8DAB-4725-8697-28E94F24FD23}" srcOrd="0" destOrd="0" presId="urn:microsoft.com/office/officeart/2005/8/layout/hList6"/>
    <dgm:cxn modelId="{56F58BAF-CC1B-4EE4-8FC6-259E467A1FBA}" type="presOf" srcId="{0E39E106-DC1F-4E42-AE7A-D19693A88708}" destId="{CF880D50-6358-4984-8E91-8E339862A3B9}" srcOrd="0" destOrd="0" presId="urn:microsoft.com/office/officeart/2005/8/layout/hList6"/>
    <dgm:cxn modelId="{C6289DB1-E24B-4CB3-ABAB-164966C3B779}" type="presOf" srcId="{0AF14FFE-CD62-4121-926A-48D64EEE30D9}" destId="{6572265D-D9CC-4B91-987F-8CC9ACF3C05B}" srcOrd="0" destOrd="1" presId="urn:microsoft.com/office/officeart/2005/8/layout/hList6"/>
    <dgm:cxn modelId="{FD290CB2-AA0C-44CC-80F4-9C73428461C5}" srcId="{1F0E0220-94A4-4A17-A991-891A4CFC202E}" destId="{0BBCFF0A-4B80-4EE3-8F25-9AD2C06087D2}" srcOrd="0" destOrd="0" parTransId="{65842B20-467E-48A3-BBA7-AB0C520F700A}" sibTransId="{0912D2C3-DC48-4F81-B9D9-1DC47C458C6C}"/>
    <dgm:cxn modelId="{DD8C2EB4-8F40-469F-B1F5-71D8A1285377}" type="presOf" srcId="{ED15028F-5C8F-4FCB-B20E-B5C22EECE470}" destId="{CF880D50-6358-4984-8E91-8E339862A3B9}" srcOrd="0" destOrd="4" presId="urn:microsoft.com/office/officeart/2005/8/layout/hList6"/>
    <dgm:cxn modelId="{21353CBD-CFDC-47CC-8A78-C88DA43655BE}" type="presOf" srcId="{6EDC9C45-8FEA-41F2-B573-B304DEECCF70}" destId="{CF880D50-6358-4984-8E91-8E339862A3B9}" srcOrd="0" destOrd="1" presId="urn:microsoft.com/office/officeart/2005/8/layout/hList6"/>
    <dgm:cxn modelId="{28D78EC4-DF61-47F3-A9B1-7C4CC78FD923}" srcId="{B9C4AD4B-515D-49FF-9A40-0A5E18E41773}" destId="{695EEE26-FFEE-4B4E-AF05-D5BD48CCC902}" srcOrd="0" destOrd="0" parTransId="{7EC6AE7A-1AC8-4A76-AB59-4A7933E5D720}" sibTransId="{2B00B5C6-B0F0-4EDF-89B4-42A6399E7111}"/>
    <dgm:cxn modelId="{39CA69D1-2F38-4FC8-A299-383E06F8699E}" type="presOf" srcId="{FB1E3CB0-F0D3-41E3-BEBB-33FA5B1EECDD}" destId="{6572265D-D9CC-4B91-987F-8CC9ACF3C05B}" srcOrd="0" destOrd="3" presId="urn:microsoft.com/office/officeart/2005/8/layout/hList6"/>
    <dgm:cxn modelId="{C97415D3-7222-45D9-A9D5-A0E4177A0361}" srcId="{0E39E106-DC1F-4E42-AE7A-D19693A88708}" destId="{34DCCE30-92D1-4BF2-990B-B64545997D38}" srcOrd="1" destOrd="0" parTransId="{D20A0334-74B5-4056-9089-F205B78FBE08}" sibTransId="{5B00C54C-83E9-403C-B646-11166DC5DA6B}"/>
    <dgm:cxn modelId="{79BCA0D6-3403-42E0-8AAF-22D05EB15DD4}" type="presOf" srcId="{BDF3584D-1009-4ADB-8C76-D37C969CF2EF}" destId="{F797E662-1A9C-4962-9DB4-FC6B743D74BA}" srcOrd="0" destOrd="2" presId="urn:microsoft.com/office/officeart/2005/8/layout/hList6"/>
    <dgm:cxn modelId="{D5F2D1D9-74B0-4425-BEB5-955A579BBED1}" type="presOf" srcId="{2AEB51C5-AFD0-45E8-800F-5C40F0F81D15}" destId="{CF880D50-6358-4984-8E91-8E339862A3B9}" srcOrd="0" destOrd="3" presId="urn:microsoft.com/office/officeart/2005/8/layout/hList6"/>
    <dgm:cxn modelId="{C0BCD5D9-3A64-443E-B5AF-A26839AD80AB}" srcId="{1F0E0220-94A4-4A17-A991-891A4CFC202E}" destId="{0E39E106-DC1F-4E42-AE7A-D19693A88708}" srcOrd="1" destOrd="0" parTransId="{F22E2FC3-89A0-49E6-B9FE-321286DB85F4}" sibTransId="{2DAB1975-7268-4030-A331-B9C3D0B2B16F}"/>
    <dgm:cxn modelId="{9939A8DE-6D54-40BB-936B-3F7640FC7800}" srcId="{B9C4AD4B-515D-49FF-9A40-0A5E18E41773}" destId="{2C143699-2A6D-4A71-91C3-B656FC2F0E5B}" srcOrd="2" destOrd="0" parTransId="{CEBE8047-5282-48BF-99EA-BD94250038D4}" sibTransId="{7186AA36-9B25-45C2-BA4F-A8278B883505}"/>
    <dgm:cxn modelId="{2C51F5DF-BFA8-4A6B-B4B2-2B5A9B05721B}" srcId="{2AEB51C5-AFD0-45E8-800F-5C40F0F81D15}" destId="{6EA2AC47-44E6-4B18-A1BC-2F74BD6D0949}" srcOrd="1" destOrd="0" parTransId="{3C9287A1-BB96-4FD1-8005-84352FED1610}" sibTransId="{DBA560BC-432B-4423-A05A-F4A5E02B2F27}"/>
    <dgm:cxn modelId="{67BE12F0-F21A-4327-B85C-F737742C52E9}" type="presOf" srcId="{B9C4AD4B-515D-49FF-9A40-0A5E18E41773}" destId="{F797E662-1A9C-4962-9DB4-FC6B743D74BA}" srcOrd="0" destOrd="0" presId="urn:microsoft.com/office/officeart/2005/8/layout/hList6"/>
    <dgm:cxn modelId="{7DAF00F4-6D7A-4AF1-A5E2-AEED57F28952}" srcId="{B9C4AD4B-515D-49FF-9A40-0A5E18E41773}" destId="{BDF3584D-1009-4ADB-8C76-D37C969CF2EF}" srcOrd="1" destOrd="0" parTransId="{E2C53071-D56B-4BAD-BA51-7ED1BC0751E6}" sibTransId="{0FFD4689-6D16-4161-A344-BA8952F79ECB}"/>
    <dgm:cxn modelId="{164D83F7-B1B9-4BCB-9FA0-5D6A9B146FB9}" type="presOf" srcId="{0BBCFF0A-4B80-4EE3-8F25-9AD2C06087D2}" destId="{6572265D-D9CC-4B91-987F-8CC9ACF3C05B}" srcOrd="0" destOrd="0" presId="urn:microsoft.com/office/officeart/2005/8/layout/hList6"/>
    <dgm:cxn modelId="{3AF77776-EC05-4DAD-9AC8-6E1D76CE606E}" type="presParOf" srcId="{DAC76E02-8DAB-4725-8697-28E94F24FD23}" destId="{6572265D-D9CC-4B91-987F-8CC9ACF3C05B}" srcOrd="0" destOrd="0" presId="urn:microsoft.com/office/officeart/2005/8/layout/hList6"/>
    <dgm:cxn modelId="{9AB00053-3D4A-4E36-B387-0B07D69EBD1D}" type="presParOf" srcId="{DAC76E02-8DAB-4725-8697-28E94F24FD23}" destId="{DD90EAB3-13D5-4860-B9E3-9AE0B2A30DFF}" srcOrd="1" destOrd="0" presId="urn:microsoft.com/office/officeart/2005/8/layout/hList6"/>
    <dgm:cxn modelId="{4A4C533C-E082-42A6-8A08-D743C492A630}" type="presParOf" srcId="{DAC76E02-8DAB-4725-8697-28E94F24FD23}" destId="{CF880D50-6358-4984-8E91-8E339862A3B9}" srcOrd="2" destOrd="0" presId="urn:microsoft.com/office/officeart/2005/8/layout/hList6"/>
    <dgm:cxn modelId="{4729F88D-8EB1-4F7C-AF59-05095CDFEA12}" type="presParOf" srcId="{DAC76E02-8DAB-4725-8697-28E94F24FD23}" destId="{D73C9F97-27E9-436F-8801-2B9B4736FE6F}" srcOrd="3" destOrd="0" presId="urn:microsoft.com/office/officeart/2005/8/layout/hList6"/>
    <dgm:cxn modelId="{7E9D60A1-331A-4C7A-B16C-46D075F72189}" type="presParOf" srcId="{DAC76E02-8DAB-4725-8697-28E94F24FD23}" destId="{F797E662-1A9C-4962-9DB4-FC6B743D74BA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215C15-2B0C-405F-B950-91C80FBB810D}">
      <dsp:nvSpPr>
        <dsp:cNvPr id="0" name=""/>
        <dsp:cNvSpPr/>
      </dsp:nvSpPr>
      <dsp:spPr>
        <a:xfrm rot="5400000">
          <a:off x="257411" y="2268276"/>
          <a:ext cx="962845" cy="10961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50C0C0-9ADF-4309-B54F-97CE23B66FDB}">
      <dsp:nvSpPr>
        <dsp:cNvPr id="0" name=""/>
        <dsp:cNvSpPr/>
      </dsp:nvSpPr>
      <dsp:spPr>
        <a:xfrm>
          <a:off x="2315" y="1200942"/>
          <a:ext cx="1620865" cy="1134553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30 day</a:t>
          </a:r>
        </a:p>
      </dsp:txBody>
      <dsp:txXfrm>
        <a:off x="57709" y="1256336"/>
        <a:ext cx="1510077" cy="1023765"/>
      </dsp:txXfrm>
    </dsp:sp>
    <dsp:sp modelId="{C728E180-9C5A-43BF-BB79-E5BBB52EAC47}">
      <dsp:nvSpPr>
        <dsp:cNvPr id="0" name=""/>
        <dsp:cNvSpPr/>
      </dsp:nvSpPr>
      <dsp:spPr>
        <a:xfrm>
          <a:off x="1743036" y="1309147"/>
          <a:ext cx="3961546" cy="91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Observe and Learn</a:t>
          </a:r>
        </a:p>
      </dsp:txBody>
      <dsp:txXfrm>
        <a:off x="1743036" y="1309147"/>
        <a:ext cx="3961546" cy="916996"/>
      </dsp:txXfrm>
    </dsp:sp>
    <dsp:sp modelId="{BB525B49-C3D0-4555-84B5-5742133D0973}">
      <dsp:nvSpPr>
        <dsp:cNvPr id="0" name=""/>
        <dsp:cNvSpPr/>
      </dsp:nvSpPr>
      <dsp:spPr>
        <a:xfrm rot="5400000">
          <a:off x="1890651" y="3427857"/>
          <a:ext cx="962845" cy="109616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51D6A-61EF-401B-9187-307A27DC06DE}">
      <dsp:nvSpPr>
        <dsp:cNvPr id="0" name=""/>
        <dsp:cNvSpPr/>
      </dsp:nvSpPr>
      <dsp:spPr>
        <a:xfrm>
          <a:off x="1608521" y="2367285"/>
          <a:ext cx="1620865" cy="1134553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60 day</a:t>
          </a:r>
          <a:endParaRPr lang="en-US" sz="4300" kern="1200" dirty="0"/>
        </a:p>
      </dsp:txBody>
      <dsp:txXfrm>
        <a:off x="1663915" y="2422679"/>
        <a:ext cx="1510077" cy="1023765"/>
      </dsp:txXfrm>
    </dsp:sp>
    <dsp:sp modelId="{CB3E7D72-C45C-4491-8AEB-80E8019B17DE}">
      <dsp:nvSpPr>
        <dsp:cNvPr id="0" name=""/>
        <dsp:cNvSpPr/>
      </dsp:nvSpPr>
      <dsp:spPr>
        <a:xfrm>
          <a:off x="3327046" y="2472852"/>
          <a:ext cx="3190169" cy="91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Act &amp; Build</a:t>
          </a:r>
        </a:p>
      </dsp:txBody>
      <dsp:txXfrm>
        <a:off x="3327046" y="2472852"/>
        <a:ext cx="3190169" cy="916996"/>
      </dsp:txXfrm>
    </dsp:sp>
    <dsp:sp modelId="{F7FEEF2A-0277-4CD3-B55B-E90169EB55A5}">
      <dsp:nvSpPr>
        <dsp:cNvPr id="0" name=""/>
        <dsp:cNvSpPr/>
      </dsp:nvSpPr>
      <dsp:spPr>
        <a:xfrm>
          <a:off x="3147153" y="3567416"/>
          <a:ext cx="1620865" cy="1134553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90 day</a:t>
          </a:r>
          <a:endParaRPr lang="en-US" sz="4900" kern="1200" dirty="0"/>
        </a:p>
      </dsp:txBody>
      <dsp:txXfrm>
        <a:off x="3202547" y="3622810"/>
        <a:ext cx="1510077" cy="1023765"/>
      </dsp:txXfrm>
    </dsp:sp>
    <dsp:sp modelId="{C2C36998-6B2B-4377-9AA9-593FAB6AD4BE}">
      <dsp:nvSpPr>
        <dsp:cNvPr id="0" name=""/>
        <dsp:cNvSpPr/>
      </dsp:nvSpPr>
      <dsp:spPr>
        <a:xfrm>
          <a:off x="4782414" y="3695905"/>
          <a:ext cx="2555811" cy="91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Sustain &amp; Push</a:t>
          </a:r>
        </a:p>
      </dsp:txBody>
      <dsp:txXfrm>
        <a:off x="4782414" y="3695905"/>
        <a:ext cx="2555811" cy="9169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ECE06-B7FD-4D72-8CB0-D80630E3FCAA}">
      <dsp:nvSpPr>
        <dsp:cNvPr id="0" name=""/>
        <dsp:cNvSpPr/>
      </dsp:nvSpPr>
      <dsp:spPr>
        <a:xfrm rot="5400000">
          <a:off x="555820" y="1681029"/>
          <a:ext cx="1664163" cy="2769130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F183A-1967-48F7-87B0-35E314FE8D82}">
      <dsp:nvSpPr>
        <dsp:cNvPr id="0" name=""/>
        <dsp:cNvSpPr/>
      </dsp:nvSpPr>
      <dsp:spPr>
        <a:xfrm>
          <a:off x="278030" y="2508402"/>
          <a:ext cx="2499986" cy="219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30 Day</a:t>
          </a:r>
          <a:endParaRPr lang="en-US" sz="31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1600" kern="1200" dirty="0"/>
            <a:t>Set the baselines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1600" kern="1200" dirty="0"/>
            <a:t>Understand Team &amp; Culture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1600" kern="1200" dirty="0"/>
            <a:t>Meet Team, Functions &amp; Stakeholders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1600" kern="1200" dirty="0"/>
            <a:t>Learn Process, Procedures &amp; Policies</a:t>
          </a:r>
        </a:p>
      </dsp:txBody>
      <dsp:txXfrm>
        <a:off x="278030" y="2508402"/>
        <a:ext cx="2499986" cy="2191385"/>
      </dsp:txXfrm>
    </dsp:sp>
    <dsp:sp modelId="{4CAFDC2D-8F4D-4F83-A17A-4FF852BD122A}">
      <dsp:nvSpPr>
        <dsp:cNvPr id="0" name=""/>
        <dsp:cNvSpPr/>
      </dsp:nvSpPr>
      <dsp:spPr>
        <a:xfrm>
          <a:off x="2306321" y="1477162"/>
          <a:ext cx="471695" cy="471695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F586C-F799-4FCF-8D46-3A608F57DA53}">
      <dsp:nvSpPr>
        <dsp:cNvPr id="0" name=""/>
        <dsp:cNvSpPr/>
      </dsp:nvSpPr>
      <dsp:spPr>
        <a:xfrm rot="5400000">
          <a:off x="3616292" y="923712"/>
          <a:ext cx="1664163" cy="2769130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91E36-E584-47C7-B6AE-985C41455CBB}">
      <dsp:nvSpPr>
        <dsp:cNvPr id="0" name=""/>
        <dsp:cNvSpPr/>
      </dsp:nvSpPr>
      <dsp:spPr>
        <a:xfrm>
          <a:off x="3338502" y="1751085"/>
          <a:ext cx="2499986" cy="219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60 Day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Define an action plan and deliver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Develop relationships with Teams, Functions &amp; Stakeholders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Adapt Processes, Procedures &amp; Policies</a:t>
          </a:r>
        </a:p>
      </dsp:txBody>
      <dsp:txXfrm>
        <a:off x="3338502" y="1751085"/>
        <a:ext cx="2499986" cy="2191385"/>
      </dsp:txXfrm>
    </dsp:sp>
    <dsp:sp modelId="{6EEFE7F9-07B1-4355-8DBF-96719E305443}">
      <dsp:nvSpPr>
        <dsp:cNvPr id="0" name=""/>
        <dsp:cNvSpPr/>
      </dsp:nvSpPr>
      <dsp:spPr>
        <a:xfrm>
          <a:off x="5366793" y="719845"/>
          <a:ext cx="471695" cy="471695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62ED9-B5CB-4978-B9FD-1D2ED14BDA37}">
      <dsp:nvSpPr>
        <dsp:cNvPr id="0" name=""/>
        <dsp:cNvSpPr/>
      </dsp:nvSpPr>
      <dsp:spPr>
        <a:xfrm rot="5400000">
          <a:off x="6676765" y="166395"/>
          <a:ext cx="1664163" cy="2769130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117AC-3FD0-4A49-95C3-C5E0C903FFE4}">
      <dsp:nvSpPr>
        <dsp:cNvPr id="0" name=""/>
        <dsp:cNvSpPr/>
      </dsp:nvSpPr>
      <dsp:spPr>
        <a:xfrm>
          <a:off x="6398975" y="993768"/>
          <a:ext cx="2499986" cy="21913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90 Day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Short &amp; Long term Project Management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Push the Teams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Secure Teams, Functions &amp; Stakeholders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Optimize Processes &amp; review Procedures &amp; Policies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</dsp:txBody>
      <dsp:txXfrm>
        <a:off x="6398975" y="993768"/>
        <a:ext cx="2499986" cy="21913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C7790-35BB-4DBB-B9C0-3E0506045885}">
      <dsp:nvSpPr>
        <dsp:cNvPr id="0" name=""/>
        <dsp:cNvSpPr/>
      </dsp:nvSpPr>
      <dsp:spPr>
        <a:xfrm>
          <a:off x="851807" y="0"/>
          <a:ext cx="9653814" cy="535456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0417B-FBB4-4CBD-A164-E70F7B3A335A}">
      <dsp:nvSpPr>
        <dsp:cNvPr id="0" name=""/>
        <dsp:cNvSpPr/>
      </dsp:nvSpPr>
      <dsp:spPr>
        <a:xfrm>
          <a:off x="12200" y="1606368"/>
          <a:ext cx="3655672" cy="21418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Analyze the current situation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Get current status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Determine immediate problems to solve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Understand where each functional stakeholder stands</a:t>
          </a:r>
        </a:p>
      </dsp:txBody>
      <dsp:txXfrm>
        <a:off x="116755" y="1710923"/>
        <a:ext cx="3446562" cy="1932714"/>
      </dsp:txXfrm>
    </dsp:sp>
    <dsp:sp modelId="{9876394C-07C9-44C1-AB4B-AE61CD9CA992}">
      <dsp:nvSpPr>
        <dsp:cNvPr id="0" name=""/>
        <dsp:cNvSpPr/>
      </dsp:nvSpPr>
      <dsp:spPr>
        <a:xfrm>
          <a:off x="3850878" y="1606368"/>
          <a:ext cx="3655672" cy="21418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Meet Customers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terms of Management, Team Org., Process, Offerings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Meet Champion functional owners, gain feedback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Understand the lost opportunities and churned policies and procedures</a:t>
          </a:r>
        </a:p>
      </dsp:txBody>
      <dsp:txXfrm>
        <a:off x="3955433" y="1710923"/>
        <a:ext cx="3446562" cy="1932714"/>
      </dsp:txXfrm>
    </dsp:sp>
    <dsp:sp modelId="{9783CBD1-B370-4581-A1C9-62649647AF95}">
      <dsp:nvSpPr>
        <dsp:cNvPr id="0" name=""/>
        <dsp:cNvSpPr/>
      </dsp:nvSpPr>
      <dsp:spPr>
        <a:xfrm>
          <a:off x="7689556" y="1606368"/>
          <a:ext cx="3655672" cy="21418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Secure early wins meaningful to the team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Focus on 3~4 most critical wins to be secured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Involving the core team</a:t>
          </a:r>
        </a:p>
      </dsp:txBody>
      <dsp:txXfrm>
        <a:off x="7794111" y="1710923"/>
        <a:ext cx="3446562" cy="19327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2265D-D9CC-4B91-987F-8CC9ACF3C05B}">
      <dsp:nvSpPr>
        <dsp:cNvPr id="0" name=""/>
        <dsp:cNvSpPr/>
      </dsp:nvSpPr>
      <dsp:spPr>
        <a:xfrm rot="16200000">
          <a:off x="-1603824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10624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Meet the Team &amp; Stakeholders and Prepare Team Skills Inventory &amp; Stakeholder Analysis (RACI)</a:t>
          </a:r>
        </a:p>
      </dsp:txBody>
      <dsp:txXfrm rot="5400000">
        <a:off x="701" y="1005597"/>
        <a:ext cx="1818941" cy="3016795"/>
      </dsp:txXfrm>
    </dsp:sp>
    <dsp:sp modelId="{CF880D50-6358-4984-8E91-8E339862A3B9}">
      <dsp:nvSpPr>
        <dsp:cNvPr id="0" name=""/>
        <dsp:cNvSpPr/>
      </dsp:nvSpPr>
      <dsp:spPr>
        <a:xfrm rot="16200000">
          <a:off x="351537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10624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Establish strengths and weaknesses chart &amp; Identify gaps that need to be addressed (SWOT)</a:t>
          </a:r>
        </a:p>
      </dsp:txBody>
      <dsp:txXfrm rot="5400000">
        <a:off x="1956062" y="1005597"/>
        <a:ext cx="1818941" cy="3016795"/>
      </dsp:txXfrm>
    </dsp:sp>
    <dsp:sp modelId="{F797E662-1A9C-4962-9DB4-FC6B743D74BA}">
      <dsp:nvSpPr>
        <dsp:cNvPr id="0" name=""/>
        <dsp:cNvSpPr/>
      </dsp:nvSpPr>
      <dsp:spPr>
        <a:xfrm rot="16200000">
          <a:off x="2306899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10624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5 key questions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What are the biggest challenges?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Why is the team facing them ?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What are the most promising opportunities for resolution ?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What would need to happen for the team to exploit the potential for these opportunities ?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If you were me, what would you focus on ?</a:t>
          </a:r>
        </a:p>
      </dsp:txBody>
      <dsp:txXfrm rot="5400000">
        <a:off x="3911424" y="1005597"/>
        <a:ext cx="1818941" cy="30167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FBE8D-B5C8-40D5-977A-47A59E7B0F65}">
      <dsp:nvSpPr>
        <dsp:cNvPr id="0" name=""/>
        <dsp:cNvSpPr/>
      </dsp:nvSpPr>
      <dsp:spPr>
        <a:xfrm>
          <a:off x="411851" y="0"/>
          <a:ext cx="4300202" cy="4300202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3BBED-2A0A-4E9B-B89D-052232CD7F4E}">
      <dsp:nvSpPr>
        <dsp:cNvPr id="0" name=""/>
        <dsp:cNvSpPr/>
      </dsp:nvSpPr>
      <dsp:spPr>
        <a:xfrm>
          <a:off x="1427560" y="523129"/>
          <a:ext cx="2435314" cy="780524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Learning Culture &amp;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Management</a:t>
          </a:r>
        </a:p>
      </dsp:txBody>
      <dsp:txXfrm>
        <a:off x="1465662" y="561231"/>
        <a:ext cx="2359110" cy="704320"/>
      </dsp:txXfrm>
    </dsp:sp>
    <dsp:sp modelId="{42EB260D-D03A-43AC-9DB3-0E77AF3AD14C}">
      <dsp:nvSpPr>
        <dsp:cNvPr id="0" name=""/>
        <dsp:cNvSpPr/>
      </dsp:nvSpPr>
      <dsp:spPr>
        <a:xfrm>
          <a:off x="16" y="1705808"/>
          <a:ext cx="5383758" cy="895711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Attend to people in person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Processes, Procedures, and Culture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Have complete understanding of applications, products and tools</a:t>
          </a:r>
        </a:p>
      </dsp:txBody>
      <dsp:txXfrm>
        <a:off x="43741" y="1749533"/>
        <a:ext cx="5296308" cy="808261"/>
      </dsp:txXfrm>
    </dsp:sp>
    <dsp:sp modelId="{8E461BA7-A2E3-400C-9914-E4EB9EDD8492}">
      <dsp:nvSpPr>
        <dsp:cNvPr id="0" name=""/>
        <dsp:cNvSpPr/>
      </dsp:nvSpPr>
      <dsp:spPr>
        <a:xfrm>
          <a:off x="16" y="2875407"/>
          <a:ext cx="5383758" cy="1144609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Discuss activities With: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Top Global Account Directors / Top Management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Matrixed Cross Function managers and functional managers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Be open to suggestions and Best practices</a:t>
          </a:r>
        </a:p>
      </dsp:txBody>
      <dsp:txXfrm>
        <a:off x="55891" y="2931282"/>
        <a:ext cx="5272008" cy="10328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FC7790-35BB-4DBB-B9C0-3E0506045885}">
      <dsp:nvSpPr>
        <dsp:cNvPr id="0" name=""/>
        <dsp:cNvSpPr/>
      </dsp:nvSpPr>
      <dsp:spPr>
        <a:xfrm>
          <a:off x="851807" y="0"/>
          <a:ext cx="9653814" cy="5354562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0417B-FBB4-4CBD-A164-E70F7B3A335A}">
      <dsp:nvSpPr>
        <dsp:cNvPr id="0" name=""/>
        <dsp:cNvSpPr/>
      </dsp:nvSpPr>
      <dsp:spPr>
        <a:xfrm>
          <a:off x="440460" y="1606368"/>
          <a:ext cx="5099751" cy="21418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Book periodic meetings with the team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Operations Team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Management Team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Strategy Team</a:t>
          </a:r>
        </a:p>
      </dsp:txBody>
      <dsp:txXfrm>
        <a:off x="545015" y="1710923"/>
        <a:ext cx="4890641" cy="1932714"/>
      </dsp:txXfrm>
    </dsp:sp>
    <dsp:sp modelId="{7A3CA3B7-F122-4DF0-8767-B2688C12C4A2}">
      <dsp:nvSpPr>
        <dsp:cNvPr id="0" name=""/>
        <dsp:cNvSpPr/>
      </dsp:nvSpPr>
      <dsp:spPr>
        <a:xfrm>
          <a:off x="5817216" y="1606368"/>
          <a:ext cx="5099751" cy="21418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Development Team Use proactive and reactive indicators :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Roadmap planning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Building Business Processes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Overall </a:t>
          </a:r>
          <a:r>
            <a:rPr lang="en-US" sz="2100" kern="1200"/>
            <a:t>function health</a:t>
          </a:r>
          <a:endParaRPr lang="en-US" sz="2100" kern="1200" dirty="0"/>
        </a:p>
      </dsp:txBody>
      <dsp:txXfrm>
        <a:off x="5921771" y="1710923"/>
        <a:ext cx="4890641" cy="19327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2892A-D8D5-47EE-A4BF-6E5654486FBA}">
      <dsp:nvSpPr>
        <dsp:cNvPr id="0" name=""/>
        <dsp:cNvSpPr/>
      </dsp:nvSpPr>
      <dsp:spPr>
        <a:xfrm rot="5400000">
          <a:off x="503562" y="1131621"/>
          <a:ext cx="1513340" cy="2518165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DEFA1-7257-421B-BCD4-91303D6132F0}">
      <dsp:nvSpPr>
        <dsp:cNvPr id="0" name=""/>
        <dsp:cNvSpPr/>
      </dsp:nvSpPr>
      <dsp:spPr>
        <a:xfrm>
          <a:off x="250947" y="1884010"/>
          <a:ext cx="2273413" cy="1992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Fill the gaps identified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Strategy – Executive Team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Operations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Project team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Production Support Team</a:t>
          </a:r>
        </a:p>
      </dsp:txBody>
      <dsp:txXfrm>
        <a:off x="250947" y="1884010"/>
        <a:ext cx="2273413" cy="1992780"/>
      </dsp:txXfrm>
    </dsp:sp>
    <dsp:sp modelId="{903F3AF5-4326-4B2F-AAE5-63889A096B1D}">
      <dsp:nvSpPr>
        <dsp:cNvPr id="0" name=""/>
        <dsp:cNvSpPr/>
      </dsp:nvSpPr>
      <dsp:spPr>
        <a:xfrm>
          <a:off x="2095415" y="946231"/>
          <a:ext cx="428945" cy="428945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3942C9-BBD0-4465-AB56-15661DEEB84B}">
      <dsp:nvSpPr>
        <dsp:cNvPr id="0" name=""/>
        <dsp:cNvSpPr/>
      </dsp:nvSpPr>
      <dsp:spPr>
        <a:xfrm rot="5400000">
          <a:off x="3286664" y="442939"/>
          <a:ext cx="1513340" cy="2518165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D7A9E-F34E-4578-865E-CFEF9799AE10}">
      <dsp:nvSpPr>
        <dsp:cNvPr id="0" name=""/>
        <dsp:cNvSpPr/>
      </dsp:nvSpPr>
      <dsp:spPr>
        <a:xfrm>
          <a:off x="3002336" y="1232653"/>
          <a:ext cx="2542131" cy="1992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Make sure each member is at his right place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Developers/Engineers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Business Analysts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Quality Analysts and testers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PM – Scrum Master, Project Managers, Product owners</a:t>
          </a:r>
        </a:p>
      </dsp:txBody>
      <dsp:txXfrm>
        <a:off x="3002336" y="1232653"/>
        <a:ext cx="2542131" cy="1992780"/>
      </dsp:txXfrm>
    </dsp:sp>
    <dsp:sp modelId="{30C40A12-26EA-4473-AF84-91B3AE83606D}">
      <dsp:nvSpPr>
        <dsp:cNvPr id="0" name=""/>
        <dsp:cNvSpPr/>
      </dsp:nvSpPr>
      <dsp:spPr>
        <a:xfrm>
          <a:off x="4878517" y="257549"/>
          <a:ext cx="428945" cy="428945"/>
        </a:xfrm>
        <a:prstGeom prst="triangle">
          <a:avLst>
            <a:gd name="adj" fmla="val 1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22315-0A0A-4099-B54E-33D4A1DB739E}">
      <dsp:nvSpPr>
        <dsp:cNvPr id="0" name=""/>
        <dsp:cNvSpPr/>
      </dsp:nvSpPr>
      <dsp:spPr>
        <a:xfrm rot="5400000">
          <a:off x="6069766" y="-245741"/>
          <a:ext cx="1513340" cy="2518165"/>
        </a:xfrm>
        <a:prstGeom prst="corner">
          <a:avLst>
            <a:gd name="adj1" fmla="val 16120"/>
            <a:gd name="adj2" fmla="val 1611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DC1B2-68BE-4EAF-AF83-351AD10D2581}">
      <dsp:nvSpPr>
        <dsp:cNvPr id="0" name=""/>
        <dsp:cNvSpPr/>
      </dsp:nvSpPr>
      <dsp:spPr>
        <a:xfrm>
          <a:off x="5817152" y="506647"/>
          <a:ext cx="2273413" cy="1992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Support the team and begin to value and foster team spirit and synergy.</a:t>
          </a:r>
        </a:p>
      </dsp:txBody>
      <dsp:txXfrm>
        <a:off x="5817152" y="506647"/>
        <a:ext cx="2273413" cy="19927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1EEEF-12B7-46F8-A9C5-E7A34E9C5339}">
      <dsp:nvSpPr>
        <dsp:cNvPr id="0" name=""/>
        <dsp:cNvSpPr/>
      </dsp:nvSpPr>
      <dsp:spPr>
        <a:xfrm>
          <a:off x="1110485" y="0"/>
          <a:ext cx="4301285" cy="430128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DA6246-F8A9-40DE-B4EC-7B23F596184E}">
      <dsp:nvSpPr>
        <dsp:cNvPr id="0" name=""/>
        <dsp:cNvSpPr/>
      </dsp:nvSpPr>
      <dsp:spPr>
        <a:xfrm>
          <a:off x="-122350" y="1041441"/>
          <a:ext cx="3971120" cy="1018194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Operationally</a:t>
          </a:r>
          <a:endParaRPr lang="en-US" sz="120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Strategically Develop Relationships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Continuous feedback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Production basis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Supervising basis</a:t>
          </a:r>
          <a:endParaRPr lang="en-US" sz="1050" kern="1200" dirty="0"/>
        </a:p>
      </dsp:txBody>
      <dsp:txXfrm>
        <a:off x="-72646" y="1091145"/>
        <a:ext cx="3871712" cy="918786"/>
      </dsp:txXfrm>
    </dsp:sp>
    <dsp:sp modelId="{D64A31F5-4836-49CD-B7CC-BF3DF57DBC9C}">
      <dsp:nvSpPr>
        <dsp:cNvPr id="0" name=""/>
        <dsp:cNvSpPr/>
      </dsp:nvSpPr>
      <dsp:spPr>
        <a:xfrm>
          <a:off x="-122350" y="2089978"/>
          <a:ext cx="3971120" cy="1018194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Strategically</a:t>
          </a:r>
          <a:endParaRPr lang="en-US" sz="120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Leverage the relation to be more strategic (if needed)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Organize events at the Customers’ site or in-house</a:t>
          </a:r>
          <a:endParaRPr lang="en-US" sz="1050" kern="1200" dirty="0"/>
        </a:p>
      </dsp:txBody>
      <dsp:txXfrm>
        <a:off x="-72646" y="2139682"/>
        <a:ext cx="3871712" cy="918786"/>
      </dsp:txXfrm>
    </dsp:sp>
    <dsp:sp modelId="{162DD35B-F0A1-4CD2-B3D1-C2E1E7137AF4}">
      <dsp:nvSpPr>
        <dsp:cNvPr id="0" name=""/>
        <dsp:cNvSpPr/>
      </dsp:nvSpPr>
      <dsp:spPr>
        <a:xfrm>
          <a:off x="-122350" y="3171168"/>
          <a:ext cx="3971120" cy="1018194"/>
        </a:xfrm>
        <a:prstGeom prst="round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Developing Relationships</a:t>
          </a:r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Into customers services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Cross-networking</a:t>
          </a:r>
          <a:endParaRPr lang="en-US" sz="1050" kern="1200" dirty="0"/>
        </a:p>
        <a:p>
          <a:pPr marL="57150" lvl="1" indent="-57150" algn="l" defTabSz="466725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50" b="0" i="0" kern="1200" dirty="0"/>
            <a:t>Attend professional organization meetings</a:t>
          </a:r>
          <a:endParaRPr lang="en-US" sz="1050" kern="1200" dirty="0"/>
        </a:p>
      </dsp:txBody>
      <dsp:txXfrm>
        <a:off x="-72646" y="3220872"/>
        <a:ext cx="3871712" cy="91878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2265D-D9CC-4B91-987F-8CC9ACF3C05B}">
      <dsp:nvSpPr>
        <dsp:cNvPr id="0" name=""/>
        <dsp:cNvSpPr/>
      </dsp:nvSpPr>
      <dsp:spPr>
        <a:xfrm rot="16200000">
          <a:off x="-1603824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Identify Wins &amp; Failures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Procedures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Policy reviews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Communicate and review Change Management</a:t>
          </a:r>
        </a:p>
      </dsp:txBody>
      <dsp:txXfrm rot="5400000">
        <a:off x="701" y="1005597"/>
        <a:ext cx="1818941" cy="3016795"/>
      </dsp:txXfrm>
    </dsp:sp>
    <dsp:sp modelId="{CF880D50-6358-4984-8E91-8E339862A3B9}">
      <dsp:nvSpPr>
        <dsp:cNvPr id="0" name=""/>
        <dsp:cNvSpPr/>
      </dsp:nvSpPr>
      <dsp:spPr>
        <a:xfrm rot="16200000">
          <a:off x="351537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Achieve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Alignment of the Business Unit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Work on the concentrated effort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Key elements to Sync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Strategy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Structure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Skills &amp;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Culture</a:t>
          </a:r>
        </a:p>
      </dsp:txBody>
      <dsp:txXfrm rot="5400000">
        <a:off x="1956062" y="1005597"/>
        <a:ext cx="1818941" cy="3016795"/>
      </dsp:txXfrm>
    </dsp:sp>
    <dsp:sp modelId="{F797E662-1A9C-4962-9DB4-FC6B743D74BA}">
      <dsp:nvSpPr>
        <dsp:cNvPr id="0" name=""/>
        <dsp:cNvSpPr/>
      </dsp:nvSpPr>
      <dsp:spPr>
        <a:xfrm rot="16200000">
          <a:off x="2306899" y="1604524"/>
          <a:ext cx="5027991" cy="1818941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295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Obtain Feedback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Feedback on new process and policies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Identify key challenges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Sustaining and implement other functions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Establish way to reward core team</a:t>
          </a:r>
        </a:p>
      </dsp:txBody>
      <dsp:txXfrm rot="5400000">
        <a:off x="3911424" y="1005597"/>
        <a:ext cx="1818941" cy="3016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7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4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6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4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1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7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2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9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3456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2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35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758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70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6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04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10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12" Type="http://schemas.openxmlformats.org/officeDocument/2006/relationships/image" Target="../media/image10.svg"/><Relationship Id="rId2" Type="http://schemas.openxmlformats.org/officeDocument/2006/relationships/diagramData" Target="../diagrams/data2.xml"/><Relationship Id="rId16" Type="http://schemas.openxmlformats.org/officeDocument/2006/relationships/slide" Target="slide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11" Type="http://schemas.openxmlformats.org/officeDocument/2006/relationships/image" Target="../media/image9.png"/><Relationship Id="rId5" Type="http://schemas.openxmlformats.org/officeDocument/2006/relationships/diagramColors" Target="../diagrams/colors2.xml"/><Relationship Id="rId15" Type="http://schemas.openxmlformats.org/officeDocument/2006/relationships/image" Target="../media/image12.svg"/><Relationship Id="rId10" Type="http://schemas.openxmlformats.org/officeDocument/2006/relationships/slide" Target="slide6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slide" Target="slide7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16.png"/><Relationship Id="rId12" Type="http://schemas.microsoft.com/office/2007/relationships/diagramDrawing" Target="../diagrams/drawing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5" Type="http://schemas.openxmlformats.org/officeDocument/2006/relationships/diagramColors" Target="../diagrams/colors4.xml"/><Relationship Id="rId10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slide" Target="slide9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17.pn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diagramLayout" Target="../diagrams/layout9.xml"/><Relationship Id="rId7" Type="http://schemas.openxmlformats.org/officeDocument/2006/relationships/image" Target="../media/image1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b="1" dirty="0"/>
              <a:t>Visualization</a:t>
            </a:r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Service desk operations</a:t>
            </a:r>
          </a:p>
        </p:txBody>
      </p:sp>
    </p:spTree>
    <p:extLst>
      <p:ext uri="{BB962C8B-B14F-4D97-AF65-F5344CB8AC3E}">
        <p14:creationId xmlns:p14="http://schemas.microsoft.com/office/powerpoint/2010/main" val="25824826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1975" y="1830577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Daunting task of resolving them quickly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Non-visibility into the entire resolution Workflow and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 Load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Effectively Organize Service Desk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Tickets Categorization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Some findings were not relevant for their Domain or their company and missed important details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Important not only to keep track of tools and infrastructure when working on data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Improved our internal communication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170" y="2154427"/>
            <a:ext cx="4439330" cy="1381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170" y="4564251"/>
            <a:ext cx="4439330" cy="1381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2595" y="1775991"/>
            <a:ext cx="2162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Day at work…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3546" y="4194919"/>
            <a:ext cx="203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 day at work…</a:t>
            </a:r>
          </a:p>
        </p:txBody>
      </p:sp>
    </p:spTree>
    <p:extLst>
      <p:ext uri="{BB962C8B-B14F-4D97-AF65-F5344CB8AC3E}">
        <p14:creationId xmlns:p14="http://schemas.microsoft.com/office/powerpoint/2010/main" val="3090597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Implementation Plan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3543300"/>
            <a:ext cx="10753725" cy="2838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2476" y="1810754"/>
            <a:ext cx="107918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are collecting data and want to do something smart and we have a clear vision, while we map all the Business Processes and build our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needed to adjust our way of thinking if we hoped to bring AI projects successfully into Infrastructure Support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Perform exploratory analysis to gain key insights and identify firm conclusions, visualizations, and ideas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1776270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43194011"/>
              </p:ext>
            </p:extLst>
          </p:nvPr>
        </p:nvGraphicFramePr>
        <p:xfrm>
          <a:off x="617086" y="402033"/>
          <a:ext cx="7516262" cy="6085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385776" y="1968466"/>
            <a:ext cx="318596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Objectives of the Project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 Prepared for any event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Thrive to deliver the best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Analyze the failures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Rely on facts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Proactive approach to address critical issues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 – 60 – 90 Day 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2133769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83364131"/>
              </p:ext>
            </p:extLst>
          </p:nvPr>
        </p:nvGraphicFramePr>
        <p:xfrm>
          <a:off x="126197" y="1239430"/>
          <a:ext cx="890229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397" y="93697"/>
            <a:ext cx="2935932" cy="168697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plan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BBA97616-6809-87D4-A5F9-C381CA46C5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5470008"/>
                  </p:ext>
                </p:extLst>
              </p:nvPr>
            </p:nvGraphicFramePr>
            <p:xfrm>
              <a:off x="1658534" y="3722757"/>
              <a:ext cx="593347" cy="593347"/>
            </p:xfrm>
            <a:graphic>
              <a:graphicData uri="http://schemas.microsoft.com/office/powerpoint/2016/slidezoom">
                <pslz:sldZm>
                  <pslz:sldZmObj sldId="266" cId="1561765698">
                    <pslz:zmPr id="{8871991C-55DF-4E46-8F49-00AC241123BB}" imageType="cover" transitionDur="100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347" cy="593347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6" name="Slide Zoom 5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BBA97616-6809-87D4-A5F9-C381CA46C5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658534" y="3722757"/>
                <a:ext cx="593347" cy="593347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D1130AC4-EF36-E3C4-69EE-F78C43A864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5887558"/>
                  </p:ext>
                </p:extLst>
              </p:nvPr>
            </p:nvGraphicFramePr>
            <p:xfrm>
              <a:off x="7888405" y="2323661"/>
              <a:ext cx="596495" cy="596495"/>
            </p:xfrm>
            <a:graphic>
              <a:graphicData uri="http://schemas.microsoft.com/office/powerpoint/2016/slidezoom">
                <pslz:sldZm>
                  <pslz:sldZmObj sldId="271" cId="197373343">
                    <pslz:zmPr id="{F424330B-7C08-4F7F-9070-12A6FDEBAE2D}" imageType="cover" transitionDur="1000">
                      <p166:blipFill xmlns:p166="http://schemas.microsoft.com/office/powerpoint/2016/6/main"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2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6495" cy="596495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Slide Zoom 11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D1130AC4-EF36-E3C4-69EE-F78C43A864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888405" y="2323661"/>
                <a:ext cx="596495" cy="596495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FE9B41D0-DDEB-DE5C-D373-049245A4F7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3860529"/>
                  </p:ext>
                </p:extLst>
              </p:nvPr>
            </p:nvGraphicFramePr>
            <p:xfrm>
              <a:off x="4804057" y="3024162"/>
              <a:ext cx="593348" cy="593348"/>
            </p:xfrm>
            <a:graphic>
              <a:graphicData uri="http://schemas.microsoft.com/office/powerpoint/2016/slidezoom">
                <pslz:sldZm>
                  <pslz:sldZmObj sldId="270" cId="1694261650">
                    <pslz:zmPr id="{B06D294E-38BC-4DF0-8D1D-B09DA67B6915}" imageType="cover" transitionDur="1000">
                      <p166:blipFill xmlns:p166="http://schemas.microsoft.com/office/powerpoint/2016/6/main"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15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348" cy="593348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Slide Zoom 13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FE9B41D0-DDEB-DE5C-D373-049245A4F7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804057" y="3024162"/>
                <a:ext cx="593348" cy="593348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09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338" y="103027"/>
            <a:ext cx="2970065" cy="1713499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91111631"/>
              </p:ext>
            </p:extLst>
          </p:nvPr>
        </p:nvGraphicFramePr>
        <p:xfrm>
          <a:off x="501778" y="1315617"/>
          <a:ext cx="11357429" cy="5354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 Visibility (30 Day)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2D0C5A60-BC9A-7172-36B7-3268D81E0E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9837203"/>
                  </p:ext>
                </p:extLst>
              </p:nvPr>
            </p:nvGraphicFramePr>
            <p:xfrm>
              <a:off x="11047411" y="4353635"/>
              <a:ext cx="574059" cy="574059"/>
            </p:xfrm>
            <a:graphic>
              <a:graphicData uri="http://schemas.microsoft.com/office/powerpoint/2016/slidezoom">
                <pslz:sldZm>
                  <pslz:sldZmObj sldId="267" cId="4082726395">
                    <pslz:zmPr id="{3602D2A6-95F6-4CD9-A905-D36C8983234F}" imageType="cover" transitionDur="100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74059" cy="574059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2D0C5A60-BC9A-7172-36B7-3268D81E0E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47411" y="4353635"/>
                <a:ext cx="574059" cy="574059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176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432429369"/>
              </p:ext>
            </p:extLst>
          </p:nvPr>
        </p:nvGraphicFramePr>
        <p:xfrm>
          <a:off x="595091" y="1716833"/>
          <a:ext cx="5731066" cy="5027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0400" y="93697"/>
            <a:ext cx="2970065" cy="1713499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560793221"/>
              </p:ext>
            </p:extLst>
          </p:nvPr>
        </p:nvGraphicFramePr>
        <p:xfrm>
          <a:off x="6736703" y="1931437"/>
          <a:ext cx="5383762" cy="4300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 Team</a:t>
            </a:r>
            <a:br>
              <a:rPr lang="en-US" dirty="0"/>
            </a:br>
            <a:r>
              <a:rPr lang="en-US" dirty="0"/>
              <a:t>(30 Day)</a:t>
            </a:r>
          </a:p>
        </p:txBody>
      </p:sp>
    </p:spTree>
    <p:extLst>
      <p:ext uri="{BB962C8B-B14F-4D97-AF65-F5344CB8AC3E}">
        <p14:creationId xmlns:p14="http://schemas.microsoft.com/office/powerpoint/2010/main" val="4082726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338" y="103027"/>
            <a:ext cx="2970065" cy="1713499"/>
          </a:xfrm>
          <a:prstGeom prst="rect">
            <a:avLst/>
          </a:prstGeom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92012530"/>
              </p:ext>
            </p:extLst>
          </p:nvPr>
        </p:nvGraphicFramePr>
        <p:xfrm>
          <a:off x="501778" y="1315617"/>
          <a:ext cx="11357429" cy="5354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an Early Management </a:t>
            </a:r>
            <a:br>
              <a:rPr lang="en-US" dirty="0"/>
            </a:br>
            <a:r>
              <a:rPr lang="en-US" dirty="0"/>
              <a:t>Process (60 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9143" y="5673012"/>
            <a:ext cx="4049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Reorganize and Empower Team</a:t>
            </a:r>
          </a:p>
          <a:p>
            <a:r>
              <a:rPr lang="en-US" dirty="0"/>
              <a:t>Implement an Early Management Process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63AE4E1E-5A13-FBA5-A33F-F029A7AA8ED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6958737"/>
                  </p:ext>
                </p:extLst>
              </p:nvPr>
            </p:nvGraphicFramePr>
            <p:xfrm>
              <a:off x="10836322" y="4448030"/>
              <a:ext cx="534254" cy="534254"/>
            </p:xfrm>
            <a:graphic>
              <a:graphicData uri="http://schemas.microsoft.com/office/powerpoint/2016/slidezoom">
                <pslz:sldZm>
                  <pslz:sldZmObj sldId="269" cId="3485293204">
                    <pslz:zmPr id="{64D2957C-5F0C-432A-BD44-FA3657844735}" imageType="cover" transitionDur="1000">
                      <p166:blipFill xmlns:p166="http://schemas.microsoft.com/office/powerpoint/2016/6/main"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9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34254" cy="534254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9" name="Slide Zoom 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63AE4E1E-5A13-FBA5-A33F-F029A7AA8E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0836322" y="4448030"/>
                <a:ext cx="534254" cy="534254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426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04951717"/>
              </p:ext>
            </p:extLst>
          </p:nvPr>
        </p:nvGraphicFramePr>
        <p:xfrm>
          <a:off x="315167" y="1334277"/>
          <a:ext cx="8091716" cy="4133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364" y="84366"/>
            <a:ext cx="3070257" cy="1752682"/>
          </a:xfrm>
          <a:prstGeom prst="rect">
            <a:avLst/>
          </a:prstGeom>
        </p:spPr>
      </p:pic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851630292"/>
              </p:ext>
            </p:extLst>
          </p:nvPr>
        </p:nvGraphicFramePr>
        <p:xfrm>
          <a:off x="6494107" y="2359562"/>
          <a:ext cx="5289420" cy="4301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an Action Plan and Deliver</a:t>
            </a:r>
            <a:br>
              <a:rPr lang="en-US" dirty="0"/>
            </a:br>
            <a:r>
              <a:rPr lang="en-US" dirty="0"/>
              <a:t>(60 Day)</a:t>
            </a:r>
          </a:p>
        </p:txBody>
      </p:sp>
    </p:spTree>
    <p:extLst>
      <p:ext uri="{BB962C8B-B14F-4D97-AF65-F5344CB8AC3E}">
        <p14:creationId xmlns:p14="http://schemas.microsoft.com/office/powerpoint/2010/main" val="348529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&amp; Long Term Project Management</a:t>
            </a:r>
            <a:br>
              <a:rPr lang="en-US" dirty="0"/>
            </a:br>
            <a:r>
              <a:rPr lang="en-US" dirty="0"/>
              <a:t>(90 Day)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502236274"/>
              </p:ext>
            </p:extLst>
          </p:nvPr>
        </p:nvGraphicFramePr>
        <p:xfrm>
          <a:off x="2759793" y="1539551"/>
          <a:ext cx="5731066" cy="50279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E6F6B225-49B5-3CF2-509F-B89B06B0E21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57771948"/>
                  </p:ext>
                </p:extLst>
              </p:nvPr>
            </p:nvGraphicFramePr>
            <p:xfrm>
              <a:off x="9432207" y="3196296"/>
              <a:ext cx="857250" cy="857250"/>
            </p:xfrm>
            <a:graphic>
              <a:graphicData uri="http://schemas.microsoft.com/office/powerpoint/2016/slidezoom">
                <pslz:sldZm>
                  <pslz:sldZmObj sldId="262" cId="95992585">
                    <pslz:zmPr id="{999D20A3-E2EB-4120-9250-EAD8E75E7F69}" imageType="cover" transitionDur="1000">
                      <p166:blipFill xmlns:p166="http://schemas.microsoft.com/office/powerpoint/2016/6/main"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8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57250" cy="857250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E6F6B225-49B5-3CF2-509F-B89B06B0E2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432207" y="3196296"/>
                <a:ext cx="857250" cy="857250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373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91138" y="749943"/>
            <a:ext cx="11996740" cy="5640613"/>
            <a:chOff x="91138" y="721368"/>
            <a:chExt cx="11996740" cy="5640613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138" y="1615612"/>
              <a:ext cx="7350743" cy="3044105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39" y="4622723"/>
              <a:ext cx="11996738" cy="173925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7226" y="721368"/>
              <a:ext cx="9953625" cy="79045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5"/>
            <a:srcRect l="2365" t="7955" r="2073" b="9051"/>
            <a:stretch/>
          </p:blipFill>
          <p:spPr>
            <a:xfrm>
              <a:off x="7441882" y="1578618"/>
              <a:ext cx="4645996" cy="3044105"/>
            </a:xfrm>
            <a:prstGeom prst="rect">
              <a:avLst/>
            </a:prstGeom>
          </p:spPr>
        </p:pic>
      </p:grpSp>
      <p:sp>
        <p:nvSpPr>
          <p:cNvPr id="8" name="Rounded Rectangle 7"/>
          <p:cNvSpPr/>
          <p:nvPr/>
        </p:nvSpPr>
        <p:spPr>
          <a:xfrm>
            <a:off x="167058" y="1999082"/>
            <a:ext cx="4726004" cy="192505"/>
          </a:xfrm>
          <a:prstGeom prst="round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038875" y="2031552"/>
            <a:ext cx="2403006" cy="192505"/>
          </a:xfrm>
          <a:prstGeom prst="roundRect">
            <a:avLst/>
          </a:prstGeom>
          <a:solidFill>
            <a:schemeClr val="accent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7226" y="1572745"/>
            <a:ext cx="2733575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Selected Application or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3257" y="1461724"/>
            <a:ext cx="1648689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Monitoring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1976" y="4733744"/>
            <a:ext cx="2024074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Monitoring Other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8894" y="1630935"/>
            <a:ext cx="2128027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Work-flow and Infra Setup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7025" y="155911"/>
            <a:ext cx="151389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Page 1 – Screen 1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2143117" y="53907"/>
            <a:ext cx="7361853" cy="7045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Single Dashboard – Critical Cockpit Wireframe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848E2296-B4AC-E974-2169-8E3155E708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0490876"/>
                  </p:ext>
                </p:extLst>
              </p:nvPr>
            </p:nvGraphicFramePr>
            <p:xfrm>
              <a:off x="963299" y="4688292"/>
              <a:ext cx="388677" cy="388677"/>
            </p:xfrm>
            <a:graphic>
              <a:graphicData uri="http://schemas.microsoft.com/office/powerpoint/2016/slidezoom">
                <pslz:sldZm>
                  <pslz:sldZmObj sldId="263" cId="1935857803">
                    <pslz:zmPr id="{3D5839E2-B3CD-474C-9963-7CCB8913A7FD}" imageType="cover" transitionDur="1000">
                      <p166:blipFill xmlns:p166="http://schemas.microsoft.com/office/powerpoint/2016/6/main"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  <a:ext uri="{96DAC541-7B7A-43D3-8B79-37D633B846F1}">
                              <asvg:svgBlip xmlns:asvg="http://schemas.microsoft.com/office/drawing/2016/SVG/main" r:embed="rId7"/>
                            </a:ext>
                          </a:extLst>
                        </a:blip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8677" cy="388677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48E2296-B4AC-E974-2169-8E3155E708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63299" y="4688292"/>
                <a:ext cx="388677" cy="388677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448925" y="155911"/>
            <a:ext cx="1551991" cy="30777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Page 1 – Screen 2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6508" y="865729"/>
            <a:ext cx="11955808" cy="5373753"/>
            <a:chOff x="124874" y="573142"/>
            <a:chExt cx="11955808" cy="537375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30038" y="573142"/>
              <a:ext cx="1550644" cy="537375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874" y="573143"/>
              <a:ext cx="10405164" cy="188859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/>
            <a:srcRect l="650"/>
            <a:stretch/>
          </p:blipFill>
          <p:spPr>
            <a:xfrm>
              <a:off x="124874" y="2377440"/>
              <a:ext cx="10404963" cy="3569455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9A3EC4B-BAB4-89BB-9AB2-197C096D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21">
            <a:extLst>
              <a:ext uri="{FF2B5EF4-FFF2-40B4-BE49-F238E27FC236}">
                <a16:creationId xmlns:a16="http://schemas.microsoft.com/office/drawing/2014/main" id="{889765BA-D9AD-0167-E95F-B58FFAB574B8}"/>
              </a:ext>
            </a:extLst>
          </p:cNvPr>
          <p:cNvSpPr txBox="1">
            <a:spLocks/>
          </p:cNvSpPr>
          <p:nvPr/>
        </p:nvSpPr>
        <p:spPr>
          <a:xfrm>
            <a:off x="2143117" y="53907"/>
            <a:ext cx="7361853" cy="704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Single Dashboard – Critical Cockpit Wireframe</a:t>
            </a:r>
          </a:p>
        </p:txBody>
      </p:sp>
    </p:spTree>
    <p:extLst>
      <p:ext uri="{BB962C8B-B14F-4D97-AF65-F5344CB8AC3E}">
        <p14:creationId xmlns:p14="http://schemas.microsoft.com/office/powerpoint/2010/main" val="1935857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71597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2623</TotalTime>
  <Words>739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Data Visualization </vt:lpstr>
      <vt:lpstr>Problem Statement</vt:lpstr>
      <vt:lpstr>High Level Implementation Plan</vt:lpstr>
      <vt:lpstr>30 – 60 – 90 Day Implementation Plan</vt:lpstr>
      <vt:lpstr>Detailed plan</vt:lpstr>
      <vt:lpstr>Gain Visibility (30 Day)</vt:lpstr>
      <vt:lpstr>Learn more about the Team (30 Day)</vt:lpstr>
      <vt:lpstr>Implement an Early Management  Process (60 Day)</vt:lpstr>
      <vt:lpstr>Define an Action Plan and Deliver (60 Day)</vt:lpstr>
      <vt:lpstr>Short &amp; Long Term Project Management (90 Day)</vt:lpstr>
      <vt:lpstr>Single Dashboard – Critical Cockpit Wireframe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Narayana Murthy</cp:lastModifiedBy>
  <cp:revision>34</cp:revision>
  <dcterms:created xsi:type="dcterms:W3CDTF">2019-06-22T09:28:00Z</dcterms:created>
  <dcterms:modified xsi:type="dcterms:W3CDTF">2023-03-09T14:34:35Z</dcterms:modified>
</cp:coreProperties>
</file>