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8"/>
  </p:notesMasterIdLst>
  <p:handoutMasterIdLst>
    <p:handoutMasterId r:id="rId19"/>
  </p:handoutMasterIdLst>
  <p:sldIdLst>
    <p:sldId id="2596" r:id="rId5"/>
    <p:sldId id="2540" r:id="rId6"/>
    <p:sldId id="2598" r:id="rId7"/>
    <p:sldId id="2567" r:id="rId8"/>
    <p:sldId id="2597" r:id="rId9"/>
    <p:sldId id="2599" r:id="rId10"/>
    <p:sldId id="2600" r:id="rId11"/>
    <p:sldId id="2601" r:id="rId12"/>
    <p:sldId id="2560" r:id="rId13"/>
    <p:sldId id="2575" r:id="rId14"/>
    <p:sldId id="2602" r:id="rId15"/>
    <p:sldId id="2603" r:id="rId16"/>
    <p:sldId id="26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AB0"/>
    <a:srgbClr val="3B7579"/>
    <a:srgbClr val="AAD3D6"/>
    <a:srgbClr val="418287"/>
    <a:srgbClr val="DFE3E9"/>
    <a:srgbClr val="1F1F26"/>
    <a:srgbClr val="D6DBE2"/>
    <a:srgbClr val="CCD2DA"/>
    <a:srgbClr val="BBC3CD"/>
    <a:srgbClr val="D3D8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5238" autoAdjust="0"/>
  </p:normalViewPr>
  <p:slideViewPr>
    <p:cSldViewPr snapToGrid="0" snapToObjects="1" showGuides="1">
      <p:cViewPr>
        <p:scale>
          <a:sx n="99" d="100"/>
          <a:sy n="99" d="100"/>
        </p:scale>
        <p:origin x="1252" y="956"/>
      </p:cViewPr>
      <p:guideLst>
        <p:guide pos="3840"/>
        <p:guide orient="horz" pos="2160"/>
      </p:guideLst>
    </p:cSldViewPr>
  </p:slideViewPr>
  <p:outlineViewPr>
    <p:cViewPr>
      <p:scale>
        <a:sx n="33" d="100"/>
        <a:sy n="33" d="100"/>
      </p:scale>
      <p:origin x="0" y="-44142"/>
    </p:cViewPr>
  </p:outlineViewPr>
  <p:notesTextViewPr>
    <p:cViewPr>
      <p:scale>
        <a:sx n="1" d="1"/>
        <a:sy n="1" d="1"/>
      </p:scale>
      <p:origin x="0" y="0"/>
    </p:cViewPr>
  </p:notesTextViewPr>
  <p:sorterViewPr>
    <p:cViewPr>
      <p:scale>
        <a:sx n="200" d="100"/>
        <a:sy n="200" d="100"/>
      </p:scale>
      <p:origin x="0" y="0"/>
    </p:cViewPr>
  </p:sorterViewPr>
  <p:notesViewPr>
    <p:cSldViewPr snapToGrid="0" snapToObjects="1">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A97B10-619B-4897-AB04-8EF0B65DE2C5}" type="doc">
      <dgm:prSet loTypeId="urn:microsoft.com/office/officeart/2008/layout/LinedList" loCatId="list" qsTypeId="urn:microsoft.com/office/officeart/2005/8/quickstyle/simple1" qsCatId="simple" csTypeId="urn:microsoft.com/office/officeart/2005/8/colors/accent1_5" csCatId="accent1" phldr="1"/>
      <dgm:spPr/>
      <dgm:t>
        <a:bodyPr/>
        <a:lstStyle/>
        <a:p>
          <a:endParaRPr lang="en-US"/>
        </a:p>
      </dgm:t>
    </dgm:pt>
    <dgm:pt modelId="{14CE1BC0-39D8-40B0-879E-9575C654FA90}">
      <dgm:prSet phldrT="[Text]" custT="1"/>
      <dgm:spPr/>
      <dgm:t>
        <a:bodyPr/>
        <a:lstStyle/>
        <a:p>
          <a:pPr algn="just" rtl="0"/>
          <a:r>
            <a:rPr lang="en-US" sz="2800" b="0" i="0" u="none" dirty="0"/>
            <a:t>We handle a wide variety of application development services including:</a:t>
          </a:r>
          <a:endParaRPr lang="en-US" sz="2800" dirty="0"/>
        </a:p>
      </dgm:t>
    </dgm:pt>
    <dgm:pt modelId="{69620704-931F-47C9-A2E4-B8060EB92FB3}" type="parTrans" cxnId="{8DA03DA3-A773-41B2-903D-395E38E7CDE4}">
      <dgm:prSet/>
      <dgm:spPr/>
      <dgm:t>
        <a:bodyPr/>
        <a:lstStyle/>
        <a:p>
          <a:endParaRPr lang="en-US"/>
        </a:p>
      </dgm:t>
    </dgm:pt>
    <dgm:pt modelId="{B7B89D08-D518-4662-9619-F337D6D82A22}" type="sibTrans" cxnId="{8DA03DA3-A773-41B2-903D-395E38E7CDE4}">
      <dgm:prSet/>
      <dgm:spPr/>
      <dgm:t>
        <a:bodyPr/>
        <a:lstStyle/>
        <a:p>
          <a:endParaRPr lang="en-US"/>
        </a:p>
      </dgm:t>
    </dgm:pt>
    <dgm:pt modelId="{42012DA5-145C-4550-B981-DCA4117FD628}">
      <dgm:prSet/>
      <dgm:spPr/>
      <dgm:t>
        <a:bodyPr/>
        <a:lstStyle/>
        <a:p>
          <a:pPr rtl="0"/>
          <a:r>
            <a:rPr lang="en-US" b="0" i="0" u="none" dirty="0"/>
            <a:t>Custom software development</a:t>
          </a:r>
          <a:endParaRPr lang="en-US" b="0" dirty="0"/>
        </a:p>
      </dgm:t>
    </dgm:pt>
    <dgm:pt modelId="{C7457B47-5335-4311-A6F3-0382EC78323B}" type="parTrans" cxnId="{DFDB014B-D54D-446A-929C-471BB2A79A23}">
      <dgm:prSet/>
      <dgm:spPr/>
      <dgm:t>
        <a:bodyPr/>
        <a:lstStyle/>
        <a:p>
          <a:endParaRPr lang="en-US"/>
        </a:p>
      </dgm:t>
    </dgm:pt>
    <dgm:pt modelId="{8A208534-360B-4A2C-89A6-41BDBDD68D2A}" type="sibTrans" cxnId="{DFDB014B-D54D-446A-929C-471BB2A79A23}">
      <dgm:prSet/>
      <dgm:spPr/>
      <dgm:t>
        <a:bodyPr/>
        <a:lstStyle/>
        <a:p>
          <a:endParaRPr lang="en-US"/>
        </a:p>
      </dgm:t>
    </dgm:pt>
    <dgm:pt modelId="{6FC971EF-660E-4006-A88D-23F4A542A969}">
      <dgm:prSet/>
      <dgm:spPr/>
      <dgm:t>
        <a:bodyPr/>
        <a:lstStyle/>
        <a:p>
          <a:pPr rtl="0"/>
          <a:r>
            <a:rPr lang="en-US" b="0" i="0" u="none" dirty="0"/>
            <a:t>Product Engineering</a:t>
          </a:r>
          <a:endParaRPr lang="en-US" b="0" dirty="0"/>
        </a:p>
      </dgm:t>
    </dgm:pt>
    <dgm:pt modelId="{8BC898F5-1CEE-4130-A997-2310C87C0D93}" type="parTrans" cxnId="{88FCDA9A-ADD8-4759-8B88-D307194DFBD1}">
      <dgm:prSet/>
      <dgm:spPr/>
      <dgm:t>
        <a:bodyPr/>
        <a:lstStyle/>
        <a:p>
          <a:endParaRPr lang="en-US"/>
        </a:p>
      </dgm:t>
    </dgm:pt>
    <dgm:pt modelId="{1F4797AB-4375-4D21-91B6-BCD26E8E58E4}" type="sibTrans" cxnId="{88FCDA9A-ADD8-4759-8B88-D307194DFBD1}">
      <dgm:prSet/>
      <dgm:spPr/>
      <dgm:t>
        <a:bodyPr/>
        <a:lstStyle/>
        <a:p>
          <a:endParaRPr lang="en-US"/>
        </a:p>
      </dgm:t>
    </dgm:pt>
    <dgm:pt modelId="{A3C39094-0745-4BA8-9DD1-94DCEBF8FA57}">
      <dgm:prSet/>
      <dgm:spPr/>
      <dgm:t>
        <a:bodyPr/>
        <a:lstStyle/>
        <a:p>
          <a:pPr rtl="0"/>
          <a:r>
            <a:rPr lang="en-US" b="0" i="0" u="none" dirty="0"/>
            <a:t>Mobile Application Development</a:t>
          </a:r>
          <a:endParaRPr lang="en-US" b="0" dirty="0"/>
        </a:p>
      </dgm:t>
    </dgm:pt>
    <dgm:pt modelId="{B7CBB089-4946-49ED-92E9-DC03AEA43F5B}" type="parTrans" cxnId="{A5321FE1-F76D-4183-BDA7-CFBB862CE75E}">
      <dgm:prSet/>
      <dgm:spPr/>
      <dgm:t>
        <a:bodyPr/>
        <a:lstStyle/>
        <a:p>
          <a:endParaRPr lang="en-US"/>
        </a:p>
      </dgm:t>
    </dgm:pt>
    <dgm:pt modelId="{33159E27-33E6-4F5B-B700-521AEB042A15}" type="sibTrans" cxnId="{A5321FE1-F76D-4183-BDA7-CFBB862CE75E}">
      <dgm:prSet/>
      <dgm:spPr/>
      <dgm:t>
        <a:bodyPr/>
        <a:lstStyle/>
        <a:p>
          <a:endParaRPr lang="en-US"/>
        </a:p>
      </dgm:t>
    </dgm:pt>
    <dgm:pt modelId="{3B8C964F-F9CF-43B9-A7F1-488A607E8EB9}">
      <dgm:prSet/>
      <dgm:spPr/>
      <dgm:t>
        <a:bodyPr/>
        <a:lstStyle/>
        <a:p>
          <a:pPr rtl="0"/>
          <a:r>
            <a:rPr lang="en-US" b="0" i="0" u="none" dirty="0"/>
            <a:t>SaaS Development</a:t>
          </a:r>
          <a:endParaRPr lang="en-US" b="0" dirty="0"/>
        </a:p>
      </dgm:t>
    </dgm:pt>
    <dgm:pt modelId="{D1A6DDE5-2391-4D48-B83B-C98C8FCC7694}" type="parTrans" cxnId="{0EBFED9E-4B3E-47E5-A88D-E13EFC47DD8E}">
      <dgm:prSet/>
      <dgm:spPr/>
      <dgm:t>
        <a:bodyPr/>
        <a:lstStyle/>
        <a:p>
          <a:endParaRPr lang="en-US"/>
        </a:p>
      </dgm:t>
    </dgm:pt>
    <dgm:pt modelId="{8E674CC0-F6F5-477A-A60E-583438654228}" type="sibTrans" cxnId="{0EBFED9E-4B3E-47E5-A88D-E13EFC47DD8E}">
      <dgm:prSet/>
      <dgm:spPr/>
      <dgm:t>
        <a:bodyPr/>
        <a:lstStyle/>
        <a:p>
          <a:endParaRPr lang="en-US"/>
        </a:p>
      </dgm:t>
    </dgm:pt>
    <dgm:pt modelId="{C4852E4D-AE94-45C9-B056-7B5F26D69791}">
      <dgm:prSet/>
      <dgm:spPr/>
      <dgm:t>
        <a:bodyPr/>
        <a:lstStyle/>
        <a:p>
          <a:pPr rtl="0"/>
          <a:r>
            <a:rPr lang="en-US" b="0" i="0" u="none" dirty="0"/>
            <a:t>Digital Transformation</a:t>
          </a:r>
          <a:endParaRPr lang="en-US" b="0" dirty="0"/>
        </a:p>
      </dgm:t>
    </dgm:pt>
    <dgm:pt modelId="{1832C200-A9C1-4CC0-96F4-1C18671ED59C}" type="parTrans" cxnId="{7A2847CD-C18C-437B-A605-72BC588A3074}">
      <dgm:prSet/>
      <dgm:spPr/>
      <dgm:t>
        <a:bodyPr/>
        <a:lstStyle/>
        <a:p>
          <a:endParaRPr lang="en-US"/>
        </a:p>
      </dgm:t>
    </dgm:pt>
    <dgm:pt modelId="{6BA980DD-B864-4F7A-8AA3-360152030FCB}" type="sibTrans" cxnId="{7A2847CD-C18C-437B-A605-72BC588A3074}">
      <dgm:prSet/>
      <dgm:spPr/>
      <dgm:t>
        <a:bodyPr/>
        <a:lstStyle/>
        <a:p>
          <a:endParaRPr lang="en-US"/>
        </a:p>
      </dgm:t>
    </dgm:pt>
    <dgm:pt modelId="{F03813D9-50BF-45B0-ABD8-46581D409347}">
      <dgm:prSet/>
      <dgm:spPr/>
      <dgm:t>
        <a:bodyPr/>
        <a:lstStyle/>
        <a:p>
          <a:pPr rtl="0"/>
          <a:r>
            <a:rPr lang="en-US" b="0" i="0" u="none" dirty="0"/>
            <a:t>Application Outsourcing</a:t>
          </a:r>
          <a:endParaRPr lang="en-US" b="0" dirty="0"/>
        </a:p>
      </dgm:t>
    </dgm:pt>
    <dgm:pt modelId="{00A4DD9A-DC7E-481B-A00E-812220EE3F8E}" type="parTrans" cxnId="{9D888127-846A-4391-B25F-AE13DDBF396F}">
      <dgm:prSet/>
      <dgm:spPr/>
      <dgm:t>
        <a:bodyPr/>
        <a:lstStyle/>
        <a:p>
          <a:endParaRPr lang="en-US"/>
        </a:p>
      </dgm:t>
    </dgm:pt>
    <dgm:pt modelId="{7C4ED2D4-0840-4F22-AC31-6ABBE3E5B06C}" type="sibTrans" cxnId="{9D888127-846A-4391-B25F-AE13DDBF396F}">
      <dgm:prSet/>
      <dgm:spPr/>
      <dgm:t>
        <a:bodyPr/>
        <a:lstStyle/>
        <a:p>
          <a:endParaRPr lang="en-US"/>
        </a:p>
      </dgm:t>
    </dgm:pt>
    <dgm:pt modelId="{D1999DA9-BC17-44D3-907A-29BDEF057E66}">
      <dgm:prSet/>
      <dgm:spPr/>
      <dgm:t>
        <a:bodyPr/>
        <a:lstStyle/>
        <a:p>
          <a:pPr rtl="0"/>
          <a:r>
            <a:rPr lang="en-US" b="0" i="0" u="none" dirty="0"/>
            <a:t>Content Creating</a:t>
          </a:r>
          <a:endParaRPr lang="en-US" b="0" dirty="0"/>
        </a:p>
      </dgm:t>
    </dgm:pt>
    <dgm:pt modelId="{D9A3626D-0E7E-4AE7-8994-C3AF9AD69D8E}" type="parTrans" cxnId="{F432560B-6BB9-4879-823B-4FFEB68C894E}">
      <dgm:prSet/>
      <dgm:spPr/>
      <dgm:t>
        <a:bodyPr/>
        <a:lstStyle/>
        <a:p>
          <a:endParaRPr lang="en-US"/>
        </a:p>
      </dgm:t>
    </dgm:pt>
    <dgm:pt modelId="{5B8791D5-183E-4BD3-8C2D-926DC5AD8000}" type="sibTrans" cxnId="{F432560B-6BB9-4879-823B-4FFEB68C894E}">
      <dgm:prSet/>
      <dgm:spPr/>
      <dgm:t>
        <a:bodyPr/>
        <a:lstStyle/>
        <a:p>
          <a:endParaRPr lang="en-US"/>
        </a:p>
      </dgm:t>
    </dgm:pt>
    <dgm:pt modelId="{4AB74EF1-4941-4317-802C-CEAD82D664BE}">
      <dgm:prSet/>
      <dgm:spPr/>
      <dgm:t>
        <a:bodyPr/>
        <a:lstStyle/>
        <a:p>
          <a:pPr rtl="0"/>
          <a:r>
            <a:rPr lang="en-US" b="0" i="0" u="none"/>
            <a:t>Portal Development</a:t>
          </a:r>
          <a:endParaRPr lang="en-US" b="0"/>
        </a:p>
      </dgm:t>
    </dgm:pt>
    <dgm:pt modelId="{B7413CF4-C51C-4CB7-BD1D-31C5548829BC}" type="parTrans" cxnId="{7E708A35-0C3E-416E-B3CB-C55AEBAE058F}">
      <dgm:prSet/>
      <dgm:spPr/>
      <dgm:t>
        <a:bodyPr/>
        <a:lstStyle/>
        <a:p>
          <a:endParaRPr lang="en-US"/>
        </a:p>
      </dgm:t>
    </dgm:pt>
    <dgm:pt modelId="{5F8CB2E9-A28C-4C5F-BAA0-80F771003AF8}" type="sibTrans" cxnId="{7E708A35-0C3E-416E-B3CB-C55AEBAE058F}">
      <dgm:prSet/>
      <dgm:spPr/>
      <dgm:t>
        <a:bodyPr/>
        <a:lstStyle/>
        <a:p>
          <a:endParaRPr lang="en-US"/>
        </a:p>
      </dgm:t>
    </dgm:pt>
    <dgm:pt modelId="{87373365-8540-4EE0-96AA-B8447021744C}" type="pres">
      <dgm:prSet presAssocID="{98A97B10-619B-4897-AB04-8EF0B65DE2C5}" presName="vert0" presStyleCnt="0">
        <dgm:presLayoutVars>
          <dgm:dir/>
          <dgm:animOne val="branch"/>
          <dgm:animLvl val="lvl"/>
        </dgm:presLayoutVars>
      </dgm:prSet>
      <dgm:spPr/>
    </dgm:pt>
    <dgm:pt modelId="{B1B3D18D-AB94-417F-9C57-B6FD212BE2EC}" type="pres">
      <dgm:prSet presAssocID="{14CE1BC0-39D8-40B0-879E-9575C654FA90}" presName="thickLine" presStyleLbl="alignNode1" presStyleIdx="0" presStyleCnt="1"/>
      <dgm:spPr/>
    </dgm:pt>
    <dgm:pt modelId="{39ABFE66-3399-42F7-8D88-018E2C252928}" type="pres">
      <dgm:prSet presAssocID="{14CE1BC0-39D8-40B0-879E-9575C654FA90}" presName="horz1" presStyleCnt="0"/>
      <dgm:spPr/>
    </dgm:pt>
    <dgm:pt modelId="{512B7C9A-F5D5-4859-B413-BD73201AA83D}" type="pres">
      <dgm:prSet presAssocID="{14CE1BC0-39D8-40B0-879E-9575C654FA90}" presName="tx1" presStyleLbl="revTx" presStyleIdx="0" presStyleCnt="9" custScaleX="197099"/>
      <dgm:spPr/>
    </dgm:pt>
    <dgm:pt modelId="{9E9D071F-130B-42B5-8489-60D33D0FAB0E}" type="pres">
      <dgm:prSet presAssocID="{14CE1BC0-39D8-40B0-879E-9575C654FA90}" presName="vert1" presStyleCnt="0"/>
      <dgm:spPr/>
    </dgm:pt>
    <dgm:pt modelId="{1619CB1B-9D98-45E1-9796-12F1C9768BD0}" type="pres">
      <dgm:prSet presAssocID="{42012DA5-145C-4550-B981-DCA4117FD628}" presName="vertSpace2a" presStyleCnt="0"/>
      <dgm:spPr/>
    </dgm:pt>
    <dgm:pt modelId="{2DDF44E7-3802-4C20-BC7D-84539566FB39}" type="pres">
      <dgm:prSet presAssocID="{42012DA5-145C-4550-B981-DCA4117FD628}" presName="horz2" presStyleCnt="0"/>
      <dgm:spPr/>
    </dgm:pt>
    <dgm:pt modelId="{624391EF-5E73-4E87-BF54-AF5BD27E84D0}" type="pres">
      <dgm:prSet presAssocID="{42012DA5-145C-4550-B981-DCA4117FD628}" presName="horzSpace2" presStyleCnt="0"/>
      <dgm:spPr/>
    </dgm:pt>
    <dgm:pt modelId="{E2D04214-9919-4F86-A799-FAB9B1ACCA8E}" type="pres">
      <dgm:prSet presAssocID="{42012DA5-145C-4550-B981-DCA4117FD628}" presName="tx2" presStyleLbl="revTx" presStyleIdx="1" presStyleCnt="9"/>
      <dgm:spPr/>
    </dgm:pt>
    <dgm:pt modelId="{D0274B9B-8BEB-43AD-91FB-F4159B6D8AFA}" type="pres">
      <dgm:prSet presAssocID="{42012DA5-145C-4550-B981-DCA4117FD628}" presName="vert2" presStyleCnt="0"/>
      <dgm:spPr/>
    </dgm:pt>
    <dgm:pt modelId="{4D1D6B06-135F-4B41-BE7D-0D286C40888B}" type="pres">
      <dgm:prSet presAssocID="{42012DA5-145C-4550-B981-DCA4117FD628}" presName="thinLine2b" presStyleLbl="callout" presStyleIdx="0" presStyleCnt="8"/>
      <dgm:spPr/>
    </dgm:pt>
    <dgm:pt modelId="{8DA17807-E8B0-4F4B-8985-83EA3B3F412C}" type="pres">
      <dgm:prSet presAssocID="{42012DA5-145C-4550-B981-DCA4117FD628}" presName="vertSpace2b" presStyleCnt="0"/>
      <dgm:spPr/>
    </dgm:pt>
    <dgm:pt modelId="{271230E7-6388-4409-AB93-0630116B4580}" type="pres">
      <dgm:prSet presAssocID="{6FC971EF-660E-4006-A88D-23F4A542A969}" presName="horz2" presStyleCnt="0"/>
      <dgm:spPr/>
    </dgm:pt>
    <dgm:pt modelId="{6DDADD19-7737-453E-B803-8FE3CA3B8870}" type="pres">
      <dgm:prSet presAssocID="{6FC971EF-660E-4006-A88D-23F4A542A969}" presName="horzSpace2" presStyleCnt="0"/>
      <dgm:spPr/>
    </dgm:pt>
    <dgm:pt modelId="{0E95AE06-00D0-467A-ABE8-3D0A58C9AE9B}" type="pres">
      <dgm:prSet presAssocID="{6FC971EF-660E-4006-A88D-23F4A542A969}" presName="tx2" presStyleLbl="revTx" presStyleIdx="2" presStyleCnt="9"/>
      <dgm:spPr/>
    </dgm:pt>
    <dgm:pt modelId="{BE718680-234B-4BFB-B590-8F6CACF9D2C2}" type="pres">
      <dgm:prSet presAssocID="{6FC971EF-660E-4006-A88D-23F4A542A969}" presName="vert2" presStyleCnt="0"/>
      <dgm:spPr/>
    </dgm:pt>
    <dgm:pt modelId="{EC92779E-C675-448F-8E2E-8CAC20717033}" type="pres">
      <dgm:prSet presAssocID="{6FC971EF-660E-4006-A88D-23F4A542A969}" presName="thinLine2b" presStyleLbl="callout" presStyleIdx="1" presStyleCnt="8"/>
      <dgm:spPr/>
    </dgm:pt>
    <dgm:pt modelId="{932EE05A-678C-4681-B070-E7D21282167D}" type="pres">
      <dgm:prSet presAssocID="{6FC971EF-660E-4006-A88D-23F4A542A969}" presName="vertSpace2b" presStyleCnt="0"/>
      <dgm:spPr/>
    </dgm:pt>
    <dgm:pt modelId="{FB726EB2-9D61-4696-A16B-304A4B74CE87}" type="pres">
      <dgm:prSet presAssocID="{A3C39094-0745-4BA8-9DD1-94DCEBF8FA57}" presName="horz2" presStyleCnt="0"/>
      <dgm:spPr/>
    </dgm:pt>
    <dgm:pt modelId="{EF129B62-699D-46A2-8ED1-5558149596C6}" type="pres">
      <dgm:prSet presAssocID="{A3C39094-0745-4BA8-9DD1-94DCEBF8FA57}" presName="horzSpace2" presStyleCnt="0"/>
      <dgm:spPr/>
    </dgm:pt>
    <dgm:pt modelId="{996C1090-D9BF-4915-90C8-600D86034F2E}" type="pres">
      <dgm:prSet presAssocID="{A3C39094-0745-4BA8-9DD1-94DCEBF8FA57}" presName="tx2" presStyleLbl="revTx" presStyleIdx="3" presStyleCnt="9"/>
      <dgm:spPr/>
    </dgm:pt>
    <dgm:pt modelId="{9489752F-5343-4189-A9C9-3A11A9BDCACC}" type="pres">
      <dgm:prSet presAssocID="{A3C39094-0745-4BA8-9DD1-94DCEBF8FA57}" presName="vert2" presStyleCnt="0"/>
      <dgm:spPr/>
    </dgm:pt>
    <dgm:pt modelId="{B32F61F9-C652-416F-984C-1F15E44FA6CD}" type="pres">
      <dgm:prSet presAssocID="{A3C39094-0745-4BA8-9DD1-94DCEBF8FA57}" presName="thinLine2b" presStyleLbl="callout" presStyleIdx="2" presStyleCnt="8"/>
      <dgm:spPr/>
    </dgm:pt>
    <dgm:pt modelId="{C46E3ECC-9E79-4CB9-82E8-F6CDF6DE3162}" type="pres">
      <dgm:prSet presAssocID="{A3C39094-0745-4BA8-9DD1-94DCEBF8FA57}" presName="vertSpace2b" presStyleCnt="0"/>
      <dgm:spPr/>
    </dgm:pt>
    <dgm:pt modelId="{7052D927-67ED-486B-AEDB-4D2C3591487D}" type="pres">
      <dgm:prSet presAssocID="{3B8C964F-F9CF-43B9-A7F1-488A607E8EB9}" presName="horz2" presStyleCnt="0"/>
      <dgm:spPr/>
    </dgm:pt>
    <dgm:pt modelId="{D8340848-33B7-4D6D-8262-C2B3FEC24BA1}" type="pres">
      <dgm:prSet presAssocID="{3B8C964F-F9CF-43B9-A7F1-488A607E8EB9}" presName="horzSpace2" presStyleCnt="0"/>
      <dgm:spPr/>
    </dgm:pt>
    <dgm:pt modelId="{7C130554-399B-45E8-8016-29B08ECE487B}" type="pres">
      <dgm:prSet presAssocID="{3B8C964F-F9CF-43B9-A7F1-488A607E8EB9}" presName="tx2" presStyleLbl="revTx" presStyleIdx="4" presStyleCnt="9"/>
      <dgm:spPr/>
    </dgm:pt>
    <dgm:pt modelId="{2E345807-DDFE-43A8-BDC1-131C0FCEA32A}" type="pres">
      <dgm:prSet presAssocID="{3B8C964F-F9CF-43B9-A7F1-488A607E8EB9}" presName="vert2" presStyleCnt="0"/>
      <dgm:spPr/>
    </dgm:pt>
    <dgm:pt modelId="{323F1222-F7C1-4CE4-B858-68B2155B0157}" type="pres">
      <dgm:prSet presAssocID="{3B8C964F-F9CF-43B9-A7F1-488A607E8EB9}" presName="thinLine2b" presStyleLbl="callout" presStyleIdx="3" presStyleCnt="8"/>
      <dgm:spPr/>
    </dgm:pt>
    <dgm:pt modelId="{387B45A3-84CA-41FB-9054-108B49E5E286}" type="pres">
      <dgm:prSet presAssocID="{3B8C964F-F9CF-43B9-A7F1-488A607E8EB9}" presName="vertSpace2b" presStyleCnt="0"/>
      <dgm:spPr/>
    </dgm:pt>
    <dgm:pt modelId="{8982DB80-5662-442B-927D-C5E30A763F10}" type="pres">
      <dgm:prSet presAssocID="{C4852E4D-AE94-45C9-B056-7B5F26D69791}" presName="horz2" presStyleCnt="0"/>
      <dgm:spPr/>
    </dgm:pt>
    <dgm:pt modelId="{A74A526D-2C6C-42E0-8C73-1D9FCB7C0C32}" type="pres">
      <dgm:prSet presAssocID="{C4852E4D-AE94-45C9-B056-7B5F26D69791}" presName="horzSpace2" presStyleCnt="0"/>
      <dgm:spPr/>
    </dgm:pt>
    <dgm:pt modelId="{29EE1FBB-A06D-4451-8EE3-7E89032BA217}" type="pres">
      <dgm:prSet presAssocID="{C4852E4D-AE94-45C9-B056-7B5F26D69791}" presName="tx2" presStyleLbl="revTx" presStyleIdx="5" presStyleCnt="9"/>
      <dgm:spPr/>
    </dgm:pt>
    <dgm:pt modelId="{E6B06CA3-3B7D-4D7B-A7A6-449A86CEF2D7}" type="pres">
      <dgm:prSet presAssocID="{C4852E4D-AE94-45C9-B056-7B5F26D69791}" presName="vert2" presStyleCnt="0"/>
      <dgm:spPr/>
    </dgm:pt>
    <dgm:pt modelId="{EA643980-0F4A-49D7-99D7-637CC6BA0CFB}" type="pres">
      <dgm:prSet presAssocID="{C4852E4D-AE94-45C9-B056-7B5F26D69791}" presName="thinLine2b" presStyleLbl="callout" presStyleIdx="4" presStyleCnt="8"/>
      <dgm:spPr/>
    </dgm:pt>
    <dgm:pt modelId="{DBBEFCFC-FA17-412A-AB41-D76BD5EF6EFC}" type="pres">
      <dgm:prSet presAssocID="{C4852E4D-AE94-45C9-B056-7B5F26D69791}" presName="vertSpace2b" presStyleCnt="0"/>
      <dgm:spPr/>
    </dgm:pt>
    <dgm:pt modelId="{4C17AF7B-6F59-4A0A-B326-AAF1E5AE9152}" type="pres">
      <dgm:prSet presAssocID="{F03813D9-50BF-45B0-ABD8-46581D409347}" presName="horz2" presStyleCnt="0"/>
      <dgm:spPr/>
    </dgm:pt>
    <dgm:pt modelId="{29F4CA8D-6C2A-4D2C-AB4D-408E3F8F797B}" type="pres">
      <dgm:prSet presAssocID="{F03813D9-50BF-45B0-ABD8-46581D409347}" presName="horzSpace2" presStyleCnt="0"/>
      <dgm:spPr/>
    </dgm:pt>
    <dgm:pt modelId="{493E1324-B028-4AD6-9E59-DF3E47928165}" type="pres">
      <dgm:prSet presAssocID="{F03813D9-50BF-45B0-ABD8-46581D409347}" presName="tx2" presStyleLbl="revTx" presStyleIdx="6" presStyleCnt="9"/>
      <dgm:spPr/>
    </dgm:pt>
    <dgm:pt modelId="{98666ADA-B872-4770-AD04-916691C9F758}" type="pres">
      <dgm:prSet presAssocID="{F03813D9-50BF-45B0-ABD8-46581D409347}" presName="vert2" presStyleCnt="0"/>
      <dgm:spPr/>
    </dgm:pt>
    <dgm:pt modelId="{330A4C4F-05D7-47DB-9C48-47A456F531FD}" type="pres">
      <dgm:prSet presAssocID="{F03813D9-50BF-45B0-ABD8-46581D409347}" presName="thinLine2b" presStyleLbl="callout" presStyleIdx="5" presStyleCnt="8"/>
      <dgm:spPr/>
    </dgm:pt>
    <dgm:pt modelId="{13E8E36B-303E-4C87-81A6-9DCDA2A7856E}" type="pres">
      <dgm:prSet presAssocID="{F03813D9-50BF-45B0-ABD8-46581D409347}" presName="vertSpace2b" presStyleCnt="0"/>
      <dgm:spPr/>
    </dgm:pt>
    <dgm:pt modelId="{5A23E364-00C2-42E0-979A-CD5B4C6A3C79}" type="pres">
      <dgm:prSet presAssocID="{D1999DA9-BC17-44D3-907A-29BDEF057E66}" presName="horz2" presStyleCnt="0"/>
      <dgm:spPr/>
    </dgm:pt>
    <dgm:pt modelId="{B0B77492-69DC-4C3A-91D6-05A1B4B12B75}" type="pres">
      <dgm:prSet presAssocID="{D1999DA9-BC17-44D3-907A-29BDEF057E66}" presName="horzSpace2" presStyleCnt="0"/>
      <dgm:spPr/>
    </dgm:pt>
    <dgm:pt modelId="{AF4E9363-20AB-473E-84C9-151EA65884A6}" type="pres">
      <dgm:prSet presAssocID="{D1999DA9-BC17-44D3-907A-29BDEF057E66}" presName="tx2" presStyleLbl="revTx" presStyleIdx="7" presStyleCnt="9"/>
      <dgm:spPr/>
    </dgm:pt>
    <dgm:pt modelId="{B67B8E63-ED92-4804-B61E-A76F38D578D1}" type="pres">
      <dgm:prSet presAssocID="{D1999DA9-BC17-44D3-907A-29BDEF057E66}" presName="vert2" presStyleCnt="0"/>
      <dgm:spPr/>
    </dgm:pt>
    <dgm:pt modelId="{732E8E5D-C45D-4BE3-9D62-0B05E4E83091}" type="pres">
      <dgm:prSet presAssocID="{D1999DA9-BC17-44D3-907A-29BDEF057E66}" presName="thinLine2b" presStyleLbl="callout" presStyleIdx="6" presStyleCnt="8"/>
      <dgm:spPr/>
    </dgm:pt>
    <dgm:pt modelId="{30BCD45D-B268-450F-BF10-A5C0B9F2993F}" type="pres">
      <dgm:prSet presAssocID="{D1999DA9-BC17-44D3-907A-29BDEF057E66}" presName="vertSpace2b" presStyleCnt="0"/>
      <dgm:spPr/>
    </dgm:pt>
    <dgm:pt modelId="{C68A7792-79E6-44B0-8CB5-8B6A64041DE5}" type="pres">
      <dgm:prSet presAssocID="{4AB74EF1-4941-4317-802C-CEAD82D664BE}" presName="horz2" presStyleCnt="0"/>
      <dgm:spPr/>
    </dgm:pt>
    <dgm:pt modelId="{2DA5FA3C-1617-4CC3-9DF9-0968B0950FD7}" type="pres">
      <dgm:prSet presAssocID="{4AB74EF1-4941-4317-802C-CEAD82D664BE}" presName="horzSpace2" presStyleCnt="0"/>
      <dgm:spPr/>
    </dgm:pt>
    <dgm:pt modelId="{2AF3F1B6-38A6-4138-8F20-1E032C4A64B9}" type="pres">
      <dgm:prSet presAssocID="{4AB74EF1-4941-4317-802C-CEAD82D664BE}" presName="tx2" presStyleLbl="revTx" presStyleIdx="8" presStyleCnt="9"/>
      <dgm:spPr/>
    </dgm:pt>
    <dgm:pt modelId="{92C3A857-7135-4BEB-A2EC-B0CE02DFF491}" type="pres">
      <dgm:prSet presAssocID="{4AB74EF1-4941-4317-802C-CEAD82D664BE}" presName="vert2" presStyleCnt="0"/>
      <dgm:spPr/>
    </dgm:pt>
    <dgm:pt modelId="{D3143886-F992-493D-B742-C05DAF5AA845}" type="pres">
      <dgm:prSet presAssocID="{4AB74EF1-4941-4317-802C-CEAD82D664BE}" presName="thinLine2b" presStyleLbl="callout" presStyleIdx="7" presStyleCnt="8"/>
      <dgm:spPr/>
    </dgm:pt>
    <dgm:pt modelId="{FBCAC5BC-4A57-4AD9-824E-572B7C7AEC68}" type="pres">
      <dgm:prSet presAssocID="{4AB74EF1-4941-4317-802C-CEAD82D664BE}" presName="vertSpace2b" presStyleCnt="0"/>
      <dgm:spPr/>
    </dgm:pt>
  </dgm:ptLst>
  <dgm:cxnLst>
    <dgm:cxn modelId="{05FDD604-2638-46F3-B215-7BD659C7AA29}" type="presOf" srcId="{42012DA5-145C-4550-B981-DCA4117FD628}" destId="{E2D04214-9919-4F86-A799-FAB9B1ACCA8E}" srcOrd="0" destOrd="0" presId="urn:microsoft.com/office/officeart/2008/layout/LinedList"/>
    <dgm:cxn modelId="{E3119305-7DA8-4F29-A213-1C7616895A0E}" type="presOf" srcId="{C4852E4D-AE94-45C9-B056-7B5F26D69791}" destId="{29EE1FBB-A06D-4451-8EE3-7E89032BA217}" srcOrd="0" destOrd="0" presId="urn:microsoft.com/office/officeart/2008/layout/LinedList"/>
    <dgm:cxn modelId="{F432560B-6BB9-4879-823B-4FFEB68C894E}" srcId="{14CE1BC0-39D8-40B0-879E-9575C654FA90}" destId="{D1999DA9-BC17-44D3-907A-29BDEF057E66}" srcOrd="6" destOrd="0" parTransId="{D9A3626D-0E7E-4AE7-8994-C3AF9AD69D8E}" sibTransId="{5B8791D5-183E-4BD3-8C2D-926DC5AD8000}"/>
    <dgm:cxn modelId="{90D26D19-8BF1-43E3-AF7F-563E549981F1}" type="presOf" srcId="{D1999DA9-BC17-44D3-907A-29BDEF057E66}" destId="{AF4E9363-20AB-473E-84C9-151EA65884A6}" srcOrd="0" destOrd="0" presId="urn:microsoft.com/office/officeart/2008/layout/LinedList"/>
    <dgm:cxn modelId="{DB82B91B-B7C8-432C-9B01-460282A65B8C}" type="presOf" srcId="{14CE1BC0-39D8-40B0-879E-9575C654FA90}" destId="{512B7C9A-F5D5-4859-B413-BD73201AA83D}" srcOrd="0" destOrd="0" presId="urn:microsoft.com/office/officeart/2008/layout/LinedList"/>
    <dgm:cxn modelId="{62C60F1D-267B-4A67-B6E1-25E839BA320F}" type="presOf" srcId="{98A97B10-619B-4897-AB04-8EF0B65DE2C5}" destId="{87373365-8540-4EE0-96AA-B8447021744C}" srcOrd="0" destOrd="0" presId="urn:microsoft.com/office/officeart/2008/layout/LinedList"/>
    <dgm:cxn modelId="{9D888127-846A-4391-B25F-AE13DDBF396F}" srcId="{14CE1BC0-39D8-40B0-879E-9575C654FA90}" destId="{F03813D9-50BF-45B0-ABD8-46581D409347}" srcOrd="5" destOrd="0" parTransId="{00A4DD9A-DC7E-481B-A00E-812220EE3F8E}" sibTransId="{7C4ED2D4-0840-4F22-AC31-6ABBE3E5B06C}"/>
    <dgm:cxn modelId="{0C73832A-F562-41ED-A330-AC51FA1A8B88}" type="presOf" srcId="{F03813D9-50BF-45B0-ABD8-46581D409347}" destId="{493E1324-B028-4AD6-9E59-DF3E47928165}" srcOrd="0" destOrd="0" presId="urn:microsoft.com/office/officeart/2008/layout/LinedList"/>
    <dgm:cxn modelId="{7E708A35-0C3E-416E-B3CB-C55AEBAE058F}" srcId="{14CE1BC0-39D8-40B0-879E-9575C654FA90}" destId="{4AB74EF1-4941-4317-802C-CEAD82D664BE}" srcOrd="7" destOrd="0" parTransId="{B7413CF4-C51C-4CB7-BD1D-31C5548829BC}" sibTransId="{5F8CB2E9-A28C-4C5F-BAA0-80F771003AF8}"/>
    <dgm:cxn modelId="{DFDB014B-D54D-446A-929C-471BB2A79A23}" srcId="{14CE1BC0-39D8-40B0-879E-9575C654FA90}" destId="{42012DA5-145C-4550-B981-DCA4117FD628}" srcOrd="0" destOrd="0" parTransId="{C7457B47-5335-4311-A6F3-0382EC78323B}" sibTransId="{8A208534-360B-4A2C-89A6-41BDBDD68D2A}"/>
    <dgm:cxn modelId="{690EC480-4AF8-4AFE-BE86-B4E74D3BA387}" type="presOf" srcId="{6FC971EF-660E-4006-A88D-23F4A542A969}" destId="{0E95AE06-00D0-467A-ABE8-3D0A58C9AE9B}" srcOrd="0" destOrd="0" presId="urn:microsoft.com/office/officeart/2008/layout/LinedList"/>
    <dgm:cxn modelId="{0685DD91-1B41-443C-8DB7-19C99A8DB611}" type="presOf" srcId="{A3C39094-0745-4BA8-9DD1-94DCEBF8FA57}" destId="{996C1090-D9BF-4915-90C8-600D86034F2E}" srcOrd="0" destOrd="0" presId="urn:microsoft.com/office/officeart/2008/layout/LinedList"/>
    <dgm:cxn modelId="{88FCDA9A-ADD8-4759-8B88-D307194DFBD1}" srcId="{14CE1BC0-39D8-40B0-879E-9575C654FA90}" destId="{6FC971EF-660E-4006-A88D-23F4A542A969}" srcOrd="1" destOrd="0" parTransId="{8BC898F5-1CEE-4130-A997-2310C87C0D93}" sibTransId="{1F4797AB-4375-4D21-91B6-BCD26E8E58E4}"/>
    <dgm:cxn modelId="{0EBFED9E-4B3E-47E5-A88D-E13EFC47DD8E}" srcId="{14CE1BC0-39D8-40B0-879E-9575C654FA90}" destId="{3B8C964F-F9CF-43B9-A7F1-488A607E8EB9}" srcOrd="3" destOrd="0" parTransId="{D1A6DDE5-2391-4D48-B83B-C98C8FCC7694}" sibTransId="{8E674CC0-F6F5-477A-A60E-583438654228}"/>
    <dgm:cxn modelId="{8DA03DA3-A773-41B2-903D-395E38E7CDE4}" srcId="{98A97B10-619B-4897-AB04-8EF0B65DE2C5}" destId="{14CE1BC0-39D8-40B0-879E-9575C654FA90}" srcOrd="0" destOrd="0" parTransId="{69620704-931F-47C9-A2E4-B8060EB92FB3}" sibTransId="{B7B89D08-D518-4662-9619-F337D6D82A22}"/>
    <dgm:cxn modelId="{D947E8AE-C5EB-4574-BBAE-A511B6F8423C}" type="presOf" srcId="{3B8C964F-F9CF-43B9-A7F1-488A607E8EB9}" destId="{7C130554-399B-45E8-8016-29B08ECE487B}" srcOrd="0" destOrd="0" presId="urn:microsoft.com/office/officeart/2008/layout/LinedList"/>
    <dgm:cxn modelId="{7A2847CD-C18C-437B-A605-72BC588A3074}" srcId="{14CE1BC0-39D8-40B0-879E-9575C654FA90}" destId="{C4852E4D-AE94-45C9-B056-7B5F26D69791}" srcOrd="4" destOrd="0" parTransId="{1832C200-A9C1-4CC0-96F4-1C18671ED59C}" sibTransId="{6BA980DD-B864-4F7A-8AA3-360152030FCB}"/>
    <dgm:cxn modelId="{A5321FE1-F76D-4183-BDA7-CFBB862CE75E}" srcId="{14CE1BC0-39D8-40B0-879E-9575C654FA90}" destId="{A3C39094-0745-4BA8-9DD1-94DCEBF8FA57}" srcOrd="2" destOrd="0" parTransId="{B7CBB089-4946-49ED-92E9-DC03AEA43F5B}" sibTransId="{33159E27-33E6-4F5B-B700-521AEB042A15}"/>
    <dgm:cxn modelId="{4D0FEAF6-C569-4DAF-B302-CDE707F60420}" type="presOf" srcId="{4AB74EF1-4941-4317-802C-CEAD82D664BE}" destId="{2AF3F1B6-38A6-4138-8F20-1E032C4A64B9}" srcOrd="0" destOrd="0" presId="urn:microsoft.com/office/officeart/2008/layout/LinedList"/>
    <dgm:cxn modelId="{4955794D-3347-4946-8BEB-11BD2B195575}" type="presParOf" srcId="{87373365-8540-4EE0-96AA-B8447021744C}" destId="{B1B3D18D-AB94-417F-9C57-B6FD212BE2EC}" srcOrd="0" destOrd="0" presId="urn:microsoft.com/office/officeart/2008/layout/LinedList"/>
    <dgm:cxn modelId="{DA62E5A9-783A-42C8-8135-80E1D838A0F2}" type="presParOf" srcId="{87373365-8540-4EE0-96AA-B8447021744C}" destId="{39ABFE66-3399-42F7-8D88-018E2C252928}" srcOrd="1" destOrd="0" presId="urn:microsoft.com/office/officeart/2008/layout/LinedList"/>
    <dgm:cxn modelId="{9FA3460E-36A3-4DC6-92BD-CACAA21D0376}" type="presParOf" srcId="{39ABFE66-3399-42F7-8D88-018E2C252928}" destId="{512B7C9A-F5D5-4859-B413-BD73201AA83D}" srcOrd="0" destOrd="0" presId="urn:microsoft.com/office/officeart/2008/layout/LinedList"/>
    <dgm:cxn modelId="{8043DF2C-CC69-4A95-A561-2B1172C2D132}" type="presParOf" srcId="{39ABFE66-3399-42F7-8D88-018E2C252928}" destId="{9E9D071F-130B-42B5-8489-60D33D0FAB0E}" srcOrd="1" destOrd="0" presId="urn:microsoft.com/office/officeart/2008/layout/LinedList"/>
    <dgm:cxn modelId="{14948749-4199-4841-AC46-FC5C50EAF267}" type="presParOf" srcId="{9E9D071F-130B-42B5-8489-60D33D0FAB0E}" destId="{1619CB1B-9D98-45E1-9796-12F1C9768BD0}" srcOrd="0" destOrd="0" presId="urn:microsoft.com/office/officeart/2008/layout/LinedList"/>
    <dgm:cxn modelId="{29EE5873-EAD4-46B6-9485-BD5118457B15}" type="presParOf" srcId="{9E9D071F-130B-42B5-8489-60D33D0FAB0E}" destId="{2DDF44E7-3802-4C20-BC7D-84539566FB39}" srcOrd="1" destOrd="0" presId="urn:microsoft.com/office/officeart/2008/layout/LinedList"/>
    <dgm:cxn modelId="{2850730D-4C2A-462B-9878-550123044294}" type="presParOf" srcId="{2DDF44E7-3802-4C20-BC7D-84539566FB39}" destId="{624391EF-5E73-4E87-BF54-AF5BD27E84D0}" srcOrd="0" destOrd="0" presId="urn:microsoft.com/office/officeart/2008/layout/LinedList"/>
    <dgm:cxn modelId="{FBFE4D47-2F78-44D3-B1B6-CF19B59545A6}" type="presParOf" srcId="{2DDF44E7-3802-4C20-BC7D-84539566FB39}" destId="{E2D04214-9919-4F86-A799-FAB9B1ACCA8E}" srcOrd="1" destOrd="0" presId="urn:microsoft.com/office/officeart/2008/layout/LinedList"/>
    <dgm:cxn modelId="{12BBFA03-D1C4-466F-94C4-F7B07665811D}" type="presParOf" srcId="{2DDF44E7-3802-4C20-BC7D-84539566FB39}" destId="{D0274B9B-8BEB-43AD-91FB-F4159B6D8AFA}" srcOrd="2" destOrd="0" presId="urn:microsoft.com/office/officeart/2008/layout/LinedList"/>
    <dgm:cxn modelId="{1B64BB22-37FC-4E57-9FEB-E569324CB1A1}" type="presParOf" srcId="{9E9D071F-130B-42B5-8489-60D33D0FAB0E}" destId="{4D1D6B06-135F-4B41-BE7D-0D286C40888B}" srcOrd="2" destOrd="0" presId="urn:microsoft.com/office/officeart/2008/layout/LinedList"/>
    <dgm:cxn modelId="{C045B26A-EF08-46B3-9CB7-C3FD527757A6}" type="presParOf" srcId="{9E9D071F-130B-42B5-8489-60D33D0FAB0E}" destId="{8DA17807-E8B0-4F4B-8985-83EA3B3F412C}" srcOrd="3" destOrd="0" presId="urn:microsoft.com/office/officeart/2008/layout/LinedList"/>
    <dgm:cxn modelId="{0597E922-A1CE-4299-A820-2B95808C60CF}" type="presParOf" srcId="{9E9D071F-130B-42B5-8489-60D33D0FAB0E}" destId="{271230E7-6388-4409-AB93-0630116B4580}" srcOrd="4" destOrd="0" presId="urn:microsoft.com/office/officeart/2008/layout/LinedList"/>
    <dgm:cxn modelId="{753DBD38-E70F-486F-AA69-A45CE049F778}" type="presParOf" srcId="{271230E7-6388-4409-AB93-0630116B4580}" destId="{6DDADD19-7737-453E-B803-8FE3CA3B8870}" srcOrd="0" destOrd="0" presId="urn:microsoft.com/office/officeart/2008/layout/LinedList"/>
    <dgm:cxn modelId="{19E978C8-56D5-4C33-BE0C-40782403EE11}" type="presParOf" srcId="{271230E7-6388-4409-AB93-0630116B4580}" destId="{0E95AE06-00D0-467A-ABE8-3D0A58C9AE9B}" srcOrd="1" destOrd="0" presId="urn:microsoft.com/office/officeart/2008/layout/LinedList"/>
    <dgm:cxn modelId="{B9DB9F2C-CAFC-447F-9C44-27AEA4F42B5D}" type="presParOf" srcId="{271230E7-6388-4409-AB93-0630116B4580}" destId="{BE718680-234B-4BFB-B590-8F6CACF9D2C2}" srcOrd="2" destOrd="0" presId="urn:microsoft.com/office/officeart/2008/layout/LinedList"/>
    <dgm:cxn modelId="{BC7711FB-8720-4EDC-BB18-63B3D72B23FF}" type="presParOf" srcId="{9E9D071F-130B-42B5-8489-60D33D0FAB0E}" destId="{EC92779E-C675-448F-8E2E-8CAC20717033}" srcOrd="5" destOrd="0" presId="urn:microsoft.com/office/officeart/2008/layout/LinedList"/>
    <dgm:cxn modelId="{B402251F-5370-475A-8FF9-424D04F73681}" type="presParOf" srcId="{9E9D071F-130B-42B5-8489-60D33D0FAB0E}" destId="{932EE05A-678C-4681-B070-E7D21282167D}" srcOrd="6" destOrd="0" presId="urn:microsoft.com/office/officeart/2008/layout/LinedList"/>
    <dgm:cxn modelId="{E569CEA3-781C-456C-BEB9-1339A8146C7F}" type="presParOf" srcId="{9E9D071F-130B-42B5-8489-60D33D0FAB0E}" destId="{FB726EB2-9D61-4696-A16B-304A4B74CE87}" srcOrd="7" destOrd="0" presId="urn:microsoft.com/office/officeart/2008/layout/LinedList"/>
    <dgm:cxn modelId="{8FC1E654-D9D7-42EF-A7A7-AC97909644BD}" type="presParOf" srcId="{FB726EB2-9D61-4696-A16B-304A4B74CE87}" destId="{EF129B62-699D-46A2-8ED1-5558149596C6}" srcOrd="0" destOrd="0" presId="urn:microsoft.com/office/officeart/2008/layout/LinedList"/>
    <dgm:cxn modelId="{6065E40F-90C8-45D5-A298-AF3AF798299E}" type="presParOf" srcId="{FB726EB2-9D61-4696-A16B-304A4B74CE87}" destId="{996C1090-D9BF-4915-90C8-600D86034F2E}" srcOrd="1" destOrd="0" presId="urn:microsoft.com/office/officeart/2008/layout/LinedList"/>
    <dgm:cxn modelId="{C4A1FA4E-3B2A-4529-833B-4BA790243D54}" type="presParOf" srcId="{FB726EB2-9D61-4696-A16B-304A4B74CE87}" destId="{9489752F-5343-4189-A9C9-3A11A9BDCACC}" srcOrd="2" destOrd="0" presId="urn:microsoft.com/office/officeart/2008/layout/LinedList"/>
    <dgm:cxn modelId="{27E0C200-96BA-4CD2-B47E-21DB5735A961}" type="presParOf" srcId="{9E9D071F-130B-42B5-8489-60D33D0FAB0E}" destId="{B32F61F9-C652-416F-984C-1F15E44FA6CD}" srcOrd="8" destOrd="0" presId="urn:microsoft.com/office/officeart/2008/layout/LinedList"/>
    <dgm:cxn modelId="{18FA30BE-3E85-48C0-AFCF-A3BDFF6C52C9}" type="presParOf" srcId="{9E9D071F-130B-42B5-8489-60D33D0FAB0E}" destId="{C46E3ECC-9E79-4CB9-82E8-F6CDF6DE3162}" srcOrd="9" destOrd="0" presId="urn:microsoft.com/office/officeart/2008/layout/LinedList"/>
    <dgm:cxn modelId="{111F1FA1-3DB6-4FFD-AEB3-4270C74F2611}" type="presParOf" srcId="{9E9D071F-130B-42B5-8489-60D33D0FAB0E}" destId="{7052D927-67ED-486B-AEDB-4D2C3591487D}" srcOrd="10" destOrd="0" presId="urn:microsoft.com/office/officeart/2008/layout/LinedList"/>
    <dgm:cxn modelId="{1062BA69-0B02-4CDF-B671-88DD9A1A96FA}" type="presParOf" srcId="{7052D927-67ED-486B-AEDB-4D2C3591487D}" destId="{D8340848-33B7-4D6D-8262-C2B3FEC24BA1}" srcOrd="0" destOrd="0" presId="urn:microsoft.com/office/officeart/2008/layout/LinedList"/>
    <dgm:cxn modelId="{94C9D605-7411-4F25-AC02-7504271883A4}" type="presParOf" srcId="{7052D927-67ED-486B-AEDB-4D2C3591487D}" destId="{7C130554-399B-45E8-8016-29B08ECE487B}" srcOrd="1" destOrd="0" presId="urn:microsoft.com/office/officeart/2008/layout/LinedList"/>
    <dgm:cxn modelId="{4481B9E6-BC3D-4679-AE43-91B4691EF38A}" type="presParOf" srcId="{7052D927-67ED-486B-AEDB-4D2C3591487D}" destId="{2E345807-DDFE-43A8-BDC1-131C0FCEA32A}" srcOrd="2" destOrd="0" presId="urn:microsoft.com/office/officeart/2008/layout/LinedList"/>
    <dgm:cxn modelId="{7FB011C7-95E0-4AA7-933D-803AE3E90612}" type="presParOf" srcId="{9E9D071F-130B-42B5-8489-60D33D0FAB0E}" destId="{323F1222-F7C1-4CE4-B858-68B2155B0157}" srcOrd="11" destOrd="0" presId="urn:microsoft.com/office/officeart/2008/layout/LinedList"/>
    <dgm:cxn modelId="{C1FA74F3-CB6F-450A-80E6-4723B1B8681F}" type="presParOf" srcId="{9E9D071F-130B-42B5-8489-60D33D0FAB0E}" destId="{387B45A3-84CA-41FB-9054-108B49E5E286}" srcOrd="12" destOrd="0" presId="urn:microsoft.com/office/officeart/2008/layout/LinedList"/>
    <dgm:cxn modelId="{26E38DF1-CE3D-4A51-8F19-D985F2838894}" type="presParOf" srcId="{9E9D071F-130B-42B5-8489-60D33D0FAB0E}" destId="{8982DB80-5662-442B-927D-C5E30A763F10}" srcOrd="13" destOrd="0" presId="urn:microsoft.com/office/officeart/2008/layout/LinedList"/>
    <dgm:cxn modelId="{949ABBD1-58B9-4163-8007-80C9A8153F63}" type="presParOf" srcId="{8982DB80-5662-442B-927D-C5E30A763F10}" destId="{A74A526D-2C6C-42E0-8C73-1D9FCB7C0C32}" srcOrd="0" destOrd="0" presId="urn:microsoft.com/office/officeart/2008/layout/LinedList"/>
    <dgm:cxn modelId="{F6762AAF-1CEF-438A-A3EF-64EE1494BFFE}" type="presParOf" srcId="{8982DB80-5662-442B-927D-C5E30A763F10}" destId="{29EE1FBB-A06D-4451-8EE3-7E89032BA217}" srcOrd="1" destOrd="0" presId="urn:microsoft.com/office/officeart/2008/layout/LinedList"/>
    <dgm:cxn modelId="{DFA49B41-A58B-472E-AE79-B957396BE278}" type="presParOf" srcId="{8982DB80-5662-442B-927D-C5E30A763F10}" destId="{E6B06CA3-3B7D-4D7B-A7A6-449A86CEF2D7}" srcOrd="2" destOrd="0" presId="urn:microsoft.com/office/officeart/2008/layout/LinedList"/>
    <dgm:cxn modelId="{13EF4059-1093-4151-AE50-07770A09B78A}" type="presParOf" srcId="{9E9D071F-130B-42B5-8489-60D33D0FAB0E}" destId="{EA643980-0F4A-49D7-99D7-637CC6BA0CFB}" srcOrd="14" destOrd="0" presId="urn:microsoft.com/office/officeart/2008/layout/LinedList"/>
    <dgm:cxn modelId="{C2F3C71E-A494-4345-9649-C0F546AFDE92}" type="presParOf" srcId="{9E9D071F-130B-42B5-8489-60D33D0FAB0E}" destId="{DBBEFCFC-FA17-412A-AB41-D76BD5EF6EFC}" srcOrd="15" destOrd="0" presId="urn:microsoft.com/office/officeart/2008/layout/LinedList"/>
    <dgm:cxn modelId="{211BC368-7DED-403A-9BB5-4E78859171DD}" type="presParOf" srcId="{9E9D071F-130B-42B5-8489-60D33D0FAB0E}" destId="{4C17AF7B-6F59-4A0A-B326-AAF1E5AE9152}" srcOrd="16" destOrd="0" presId="urn:microsoft.com/office/officeart/2008/layout/LinedList"/>
    <dgm:cxn modelId="{70FC45E9-7546-4129-99ED-5C49D301E3AA}" type="presParOf" srcId="{4C17AF7B-6F59-4A0A-B326-AAF1E5AE9152}" destId="{29F4CA8D-6C2A-4D2C-AB4D-408E3F8F797B}" srcOrd="0" destOrd="0" presId="urn:microsoft.com/office/officeart/2008/layout/LinedList"/>
    <dgm:cxn modelId="{F566C364-5DD0-42E4-A134-CC03DD4AB4D7}" type="presParOf" srcId="{4C17AF7B-6F59-4A0A-B326-AAF1E5AE9152}" destId="{493E1324-B028-4AD6-9E59-DF3E47928165}" srcOrd="1" destOrd="0" presId="urn:microsoft.com/office/officeart/2008/layout/LinedList"/>
    <dgm:cxn modelId="{35C838F4-ED51-4FA6-95F3-16A41DE86EE8}" type="presParOf" srcId="{4C17AF7B-6F59-4A0A-B326-AAF1E5AE9152}" destId="{98666ADA-B872-4770-AD04-916691C9F758}" srcOrd="2" destOrd="0" presId="urn:microsoft.com/office/officeart/2008/layout/LinedList"/>
    <dgm:cxn modelId="{3AA2E834-B3C8-411A-8968-086A86015A4D}" type="presParOf" srcId="{9E9D071F-130B-42B5-8489-60D33D0FAB0E}" destId="{330A4C4F-05D7-47DB-9C48-47A456F531FD}" srcOrd="17" destOrd="0" presId="urn:microsoft.com/office/officeart/2008/layout/LinedList"/>
    <dgm:cxn modelId="{2C1B82FD-D58A-44C0-9F85-8ACAE1A9450E}" type="presParOf" srcId="{9E9D071F-130B-42B5-8489-60D33D0FAB0E}" destId="{13E8E36B-303E-4C87-81A6-9DCDA2A7856E}" srcOrd="18" destOrd="0" presId="urn:microsoft.com/office/officeart/2008/layout/LinedList"/>
    <dgm:cxn modelId="{8778EFA6-AA07-48AF-B646-EA85F074BF49}" type="presParOf" srcId="{9E9D071F-130B-42B5-8489-60D33D0FAB0E}" destId="{5A23E364-00C2-42E0-979A-CD5B4C6A3C79}" srcOrd="19" destOrd="0" presId="urn:microsoft.com/office/officeart/2008/layout/LinedList"/>
    <dgm:cxn modelId="{CC6D3F6A-342C-4A68-A8E3-FEA6DCBA48E3}" type="presParOf" srcId="{5A23E364-00C2-42E0-979A-CD5B4C6A3C79}" destId="{B0B77492-69DC-4C3A-91D6-05A1B4B12B75}" srcOrd="0" destOrd="0" presId="urn:microsoft.com/office/officeart/2008/layout/LinedList"/>
    <dgm:cxn modelId="{AE496F81-DDBC-4589-9245-AEBBC06C63B8}" type="presParOf" srcId="{5A23E364-00C2-42E0-979A-CD5B4C6A3C79}" destId="{AF4E9363-20AB-473E-84C9-151EA65884A6}" srcOrd="1" destOrd="0" presId="urn:microsoft.com/office/officeart/2008/layout/LinedList"/>
    <dgm:cxn modelId="{DEAF99F8-A01E-4D46-9D62-AD762B374D8E}" type="presParOf" srcId="{5A23E364-00C2-42E0-979A-CD5B4C6A3C79}" destId="{B67B8E63-ED92-4804-B61E-A76F38D578D1}" srcOrd="2" destOrd="0" presId="urn:microsoft.com/office/officeart/2008/layout/LinedList"/>
    <dgm:cxn modelId="{4F2D91B5-7182-41E2-BEBD-1BFA133FB1C6}" type="presParOf" srcId="{9E9D071F-130B-42B5-8489-60D33D0FAB0E}" destId="{732E8E5D-C45D-4BE3-9D62-0B05E4E83091}" srcOrd="20" destOrd="0" presId="urn:microsoft.com/office/officeart/2008/layout/LinedList"/>
    <dgm:cxn modelId="{EFEDFD7E-2056-48D9-A068-661A66EA213D}" type="presParOf" srcId="{9E9D071F-130B-42B5-8489-60D33D0FAB0E}" destId="{30BCD45D-B268-450F-BF10-A5C0B9F2993F}" srcOrd="21" destOrd="0" presId="urn:microsoft.com/office/officeart/2008/layout/LinedList"/>
    <dgm:cxn modelId="{B46CBD9B-35CE-4073-9FC2-697B3E0CC23C}" type="presParOf" srcId="{9E9D071F-130B-42B5-8489-60D33D0FAB0E}" destId="{C68A7792-79E6-44B0-8CB5-8B6A64041DE5}" srcOrd="22" destOrd="0" presId="urn:microsoft.com/office/officeart/2008/layout/LinedList"/>
    <dgm:cxn modelId="{859B9C10-48D7-4F4C-B5A4-BB125719DFE7}" type="presParOf" srcId="{C68A7792-79E6-44B0-8CB5-8B6A64041DE5}" destId="{2DA5FA3C-1617-4CC3-9DF9-0968B0950FD7}" srcOrd="0" destOrd="0" presId="urn:microsoft.com/office/officeart/2008/layout/LinedList"/>
    <dgm:cxn modelId="{EABF40B0-77AD-4CA3-AD82-F39B29973815}" type="presParOf" srcId="{C68A7792-79E6-44B0-8CB5-8B6A64041DE5}" destId="{2AF3F1B6-38A6-4138-8F20-1E032C4A64B9}" srcOrd="1" destOrd="0" presId="urn:microsoft.com/office/officeart/2008/layout/LinedList"/>
    <dgm:cxn modelId="{0BF1C7BE-61D8-46A3-8AB8-097611419823}" type="presParOf" srcId="{C68A7792-79E6-44B0-8CB5-8B6A64041DE5}" destId="{92C3A857-7135-4BEB-A2EC-B0CE02DFF491}" srcOrd="2" destOrd="0" presId="urn:microsoft.com/office/officeart/2008/layout/LinedList"/>
    <dgm:cxn modelId="{C5463BE3-BD39-49D4-BAE3-0A80503AA426}" type="presParOf" srcId="{9E9D071F-130B-42B5-8489-60D33D0FAB0E}" destId="{D3143886-F992-493D-B742-C05DAF5AA845}" srcOrd="23" destOrd="0" presId="urn:microsoft.com/office/officeart/2008/layout/LinedList"/>
    <dgm:cxn modelId="{CF014875-1A7E-4D46-9E5E-FE2BBC4F136D}" type="presParOf" srcId="{9E9D071F-130B-42B5-8489-60D33D0FAB0E}" destId="{FBCAC5BC-4A57-4AD9-824E-572B7C7AEC68}"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480B5E-2788-4556-B450-D55CBB053CC3}" type="doc">
      <dgm:prSet loTypeId="urn:microsoft.com/office/officeart/2005/8/layout/hList6" loCatId="list" qsTypeId="urn:microsoft.com/office/officeart/2005/8/quickstyle/simple1" qsCatId="simple" csTypeId="urn:microsoft.com/office/officeart/2005/8/colors/accent1_5" csCatId="accent1" phldr="1"/>
      <dgm:spPr/>
      <dgm:t>
        <a:bodyPr/>
        <a:lstStyle/>
        <a:p>
          <a:endParaRPr lang="en-US"/>
        </a:p>
      </dgm:t>
    </dgm:pt>
    <dgm:pt modelId="{E9B4605A-BDA3-4A3B-9B27-D92084BF8D33}">
      <dgm:prSet phldrT="[Text]"/>
      <dgm:spPr/>
      <dgm:t>
        <a:bodyPr/>
        <a:lstStyle/>
        <a:p>
          <a:pPr rtl="0"/>
          <a:r>
            <a:rPr lang="en-US" b="1" i="0" u="none" dirty="0"/>
            <a:t>Application Services:</a:t>
          </a:r>
          <a:endParaRPr lang="en-US" dirty="0"/>
        </a:p>
      </dgm:t>
    </dgm:pt>
    <dgm:pt modelId="{492B499A-117A-4161-9A18-16324FC95614}" type="parTrans" cxnId="{71715B22-D192-4D5A-977B-F6F89991826B}">
      <dgm:prSet/>
      <dgm:spPr/>
      <dgm:t>
        <a:bodyPr/>
        <a:lstStyle/>
        <a:p>
          <a:endParaRPr lang="en-US"/>
        </a:p>
      </dgm:t>
    </dgm:pt>
    <dgm:pt modelId="{A961C65C-F4B6-4D7D-ABBC-0AAD295AFDB7}" type="sibTrans" cxnId="{71715B22-D192-4D5A-977B-F6F89991826B}">
      <dgm:prSet/>
      <dgm:spPr/>
      <dgm:t>
        <a:bodyPr/>
        <a:lstStyle/>
        <a:p>
          <a:endParaRPr lang="en-US"/>
        </a:p>
      </dgm:t>
    </dgm:pt>
    <dgm:pt modelId="{9BA3A390-B01B-4579-8ECB-65E763EC6749}">
      <dgm:prSet/>
      <dgm:spPr/>
      <dgm:t>
        <a:bodyPr/>
        <a:lstStyle/>
        <a:p>
          <a:pPr rtl="0"/>
          <a:r>
            <a:rPr lang="en-US" b="0" i="0" u="none" dirty="0"/>
            <a:t>Application Development</a:t>
          </a:r>
          <a:endParaRPr lang="en-US" b="0" dirty="0"/>
        </a:p>
      </dgm:t>
    </dgm:pt>
    <dgm:pt modelId="{3F6B0D24-4AF3-40D1-9DC8-48685CF4AC15}" type="parTrans" cxnId="{259842BC-79AB-4F20-A243-1CFFD35302C4}">
      <dgm:prSet/>
      <dgm:spPr/>
      <dgm:t>
        <a:bodyPr/>
        <a:lstStyle/>
        <a:p>
          <a:endParaRPr lang="en-US"/>
        </a:p>
      </dgm:t>
    </dgm:pt>
    <dgm:pt modelId="{62B86107-2371-4119-A0F3-67CC264B4658}" type="sibTrans" cxnId="{259842BC-79AB-4F20-A243-1CFFD35302C4}">
      <dgm:prSet/>
      <dgm:spPr/>
      <dgm:t>
        <a:bodyPr/>
        <a:lstStyle/>
        <a:p>
          <a:endParaRPr lang="en-US"/>
        </a:p>
      </dgm:t>
    </dgm:pt>
    <dgm:pt modelId="{6634EFCB-0C66-4D64-AB6F-E69910E8DB0A}">
      <dgm:prSet/>
      <dgm:spPr/>
      <dgm:t>
        <a:bodyPr/>
        <a:lstStyle/>
        <a:p>
          <a:pPr rtl="0"/>
          <a:r>
            <a:rPr lang="en-US" b="0" i="0" u="none" dirty="0"/>
            <a:t>Mobility Solutions</a:t>
          </a:r>
          <a:endParaRPr lang="en-US" b="0" dirty="0"/>
        </a:p>
      </dgm:t>
    </dgm:pt>
    <dgm:pt modelId="{434DE789-E15B-402E-B482-9E4440E2F807}" type="parTrans" cxnId="{7E8105DC-7105-4CD4-A48B-053D3FAC21D1}">
      <dgm:prSet/>
      <dgm:spPr/>
      <dgm:t>
        <a:bodyPr/>
        <a:lstStyle/>
        <a:p>
          <a:endParaRPr lang="en-US"/>
        </a:p>
      </dgm:t>
    </dgm:pt>
    <dgm:pt modelId="{134B153E-1486-4B8D-81C7-46D147D38DA7}" type="sibTrans" cxnId="{7E8105DC-7105-4CD4-A48B-053D3FAC21D1}">
      <dgm:prSet/>
      <dgm:spPr/>
      <dgm:t>
        <a:bodyPr/>
        <a:lstStyle/>
        <a:p>
          <a:endParaRPr lang="en-US"/>
        </a:p>
      </dgm:t>
    </dgm:pt>
    <dgm:pt modelId="{E1B5F93B-664C-48BD-868F-1B08AE60E387}">
      <dgm:prSet/>
      <dgm:spPr/>
      <dgm:t>
        <a:bodyPr/>
        <a:lstStyle/>
        <a:p>
          <a:pPr rtl="0"/>
          <a:r>
            <a:rPr lang="en-US" b="1" i="0" u="none" dirty="0"/>
            <a:t>Digital &amp; Transformational Solutions:</a:t>
          </a:r>
          <a:endParaRPr lang="en-US" b="0" dirty="0"/>
        </a:p>
      </dgm:t>
    </dgm:pt>
    <dgm:pt modelId="{FF4C1554-BC43-490A-A69A-80F3D8610BA8}" type="parTrans" cxnId="{5246F650-9B9F-4877-A829-248E83FF46D5}">
      <dgm:prSet/>
      <dgm:spPr/>
      <dgm:t>
        <a:bodyPr/>
        <a:lstStyle/>
        <a:p>
          <a:endParaRPr lang="en-US"/>
        </a:p>
      </dgm:t>
    </dgm:pt>
    <dgm:pt modelId="{A62FCE21-014C-4A09-91EB-BDAF70BC4E2C}" type="sibTrans" cxnId="{5246F650-9B9F-4877-A829-248E83FF46D5}">
      <dgm:prSet/>
      <dgm:spPr/>
      <dgm:t>
        <a:bodyPr/>
        <a:lstStyle/>
        <a:p>
          <a:endParaRPr lang="en-US"/>
        </a:p>
      </dgm:t>
    </dgm:pt>
    <dgm:pt modelId="{31D97225-0924-4733-9096-91C1FF738DB8}">
      <dgm:prSet/>
      <dgm:spPr/>
      <dgm:t>
        <a:bodyPr/>
        <a:lstStyle/>
        <a:p>
          <a:pPr rtl="0"/>
          <a:r>
            <a:rPr lang="en-US" b="0" i="0" u="none" dirty="0"/>
            <a:t>Cloud Services</a:t>
          </a:r>
          <a:endParaRPr lang="en-US" b="0" dirty="0"/>
        </a:p>
      </dgm:t>
    </dgm:pt>
    <dgm:pt modelId="{4733C7BC-9787-41CA-8BA1-86D742DBD910}" type="parTrans" cxnId="{DCCE457A-0325-47A1-AC40-10FDFDD13B2E}">
      <dgm:prSet/>
      <dgm:spPr/>
      <dgm:t>
        <a:bodyPr/>
        <a:lstStyle/>
        <a:p>
          <a:endParaRPr lang="en-US"/>
        </a:p>
      </dgm:t>
    </dgm:pt>
    <dgm:pt modelId="{1664D307-44F8-4E92-B089-5BFA2D810D79}" type="sibTrans" cxnId="{DCCE457A-0325-47A1-AC40-10FDFDD13B2E}">
      <dgm:prSet/>
      <dgm:spPr/>
      <dgm:t>
        <a:bodyPr/>
        <a:lstStyle/>
        <a:p>
          <a:endParaRPr lang="en-US"/>
        </a:p>
      </dgm:t>
    </dgm:pt>
    <dgm:pt modelId="{57F1649F-F102-4F42-951F-0FB1213E4737}">
      <dgm:prSet/>
      <dgm:spPr/>
      <dgm:t>
        <a:bodyPr/>
        <a:lstStyle/>
        <a:p>
          <a:pPr rtl="0"/>
          <a:r>
            <a:rPr lang="en-US" b="0" i="0" u="none" dirty="0"/>
            <a:t>Digital Workplace</a:t>
          </a:r>
          <a:endParaRPr lang="en-US" b="0" dirty="0"/>
        </a:p>
      </dgm:t>
    </dgm:pt>
    <dgm:pt modelId="{78999D9A-25C1-402D-9954-B47F19BDCB4C}" type="parTrans" cxnId="{48BC0EF5-81F6-4A11-84AA-8064A3FA1D01}">
      <dgm:prSet/>
      <dgm:spPr/>
      <dgm:t>
        <a:bodyPr/>
        <a:lstStyle/>
        <a:p>
          <a:endParaRPr lang="en-US"/>
        </a:p>
      </dgm:t>
    </dgm:pt>
    <dgm:pt modelId="{A06AE42A-93CC-4EA1-BCCA-69847617D70C}" type="sibTrans" cxnId="{48BC0EF5-81F6-4A11-84AA-8064A3FA1D01}">
      <dgm:prSet/>
      <dgm:spPr/>
      <dgm:t>
        <a:bodyPr/>
        <a:lstStyle/>
        <a:p>
          <a:endParaRPr lang="en-US"/>
        </a:p>
      </dgm:t>
    </dgm:pt>
    <dgm:pt modelId="{45DE23CD-8657-470C-84F5-A8F1126239A2}">
      <dgm:prSet/>
      <dgm:spPr/>
      <dgm:t>
        <a:bodyPr/>
        <a:lstStyle/>
        <a:p>
          <a:pPr rtl="0"/>
          <a:r>
            <a:rPr lang="en-US" b="0" i="0" u="none" dirty="0"/>
            <a:t>Digital Marketing</a:t>
          </a:r>
          <a:endParaRPr lang="en-US" b="0" dirty="0"/>
        </a:p>
      </dgm:t>
    </dgm:pt>
    <dgm:pt modelId="{60D41937-79D6-4A9E-B2CD-DF62876A630F}" type="parTrans" cxnId="{70EAB392-329E-4A1B-9643-B8C355625515}">
      <dgm:prSet/>
      <dgm:spPr/>
      <dgm:t>
        <a:bodyPr/>
        <a:lstStyle/>
        <a:p>
          <a:endParaRPr lang="en-US"/>
        </a:p>
      </dgm:t>
    </dgm:pt>
    <dgm:pt modelId="{16F26349-5BA2-400F-A0ED-966B2AB2B8D6}" type="sibTrans" cxnId="{70EAB392-329E-4A1B-9643-B8C355625515}">
      <dgm:prSet/>
      <dgm:spPr/>
      <dgm:t>
        <a:bodyPr/>
        <a:lstStyle/>
        <a:p>
          <a:endParaRPr lang="en-US"/>
        </a:p>
      </dgm:t>
    </dgm:pt>
    <dgm:pt modelId="{B3B0F982-6F79-49C7-997C-804BCCA5FC22}">
      <dgm:prSet/>
      <dgm:spPr/>
      <dgm:t>
        <a:bodyPr/>
        <a:lstStyle/>
        <a:p>
          <a:pPr rtl="0"/>
          <a:r>
            <a:rPr lang="en-US" b="1" i="0" u="none" dirty="0"/>
            <a:t>Technology Solutions:</a:t>
          </a:r>
          <a:endParaRPr lang="en-US" b="0" dirty="0"/>
        </a:p>
      </dgm:t>
    </dgm:pt>
    <dgm:pt modelId="{A12190EB-6A7B-4D91-93BB-7442D481ACA0}" type="parTrans" cxnId="{74453958-A24A-4155-B625-87380F237456}">
      <dgm:prSet/>
      <dgm:spPr/>
      <dgm:t>
        <a:bodyPr/>
        <a:lstStyle/>
        <a:p>
          <a:endParaRPr lang="en-US"/>
        </a:p>
      </dgm:t>
    </dgm:pt>
    <dgm:pt modelId="{52D67710-E0BD-45DE-8C1B-2EE7B252759B}" type="sibTrans" cxnId="{74453958-A24A-4155-B625-87380F237456}">
      <dgm:prSet/>
      <dgm:spPr/>
      <dgm:t>
        <a:bodyPr/>
        <a:lstStyle/>
        <a:p>
          <a:endParaRPr lang="en-US"/>
        </a:p>
      </dgm:t>
    </dgm:pt>
    <dgm:pt modelId="{FB52713E-A286-464E-8A5E-970FFE6FA442}">
      <dgm:prSet/>
      <dgm:spPr/>
      <dgm:t>
        <a:bodyPr/>
        <a:lstStyle/>
        <a:p>
          <a:pPr rtl="0"/>
          <a:r>
            <a:rPr lang="en-US" b="0" i="0" u="none" dirty="0"/>
            <a:t>Product Engineering</a:t>
          </a:r>
          <a:endParaRPr lang="en-US" b="0" dirty="0"/>
        </a:p>
      </dgm:t>
    </dgm:pt>
    <dgm:pt modelId="{071439AC-D864-4626-8958-1D84163593A0}" type="parTrans" cxnId="{68086F11-DBEC-434E-B40C-4A1777242FC6}">
      <dgm:prSet/>
      <dgm:spPr/>
      <dgm:t>
        <a:bodyPr/>
        <a:lstStyle/>
        <a:p>
          <a:endParaRPr lang="en-US"/>
        </a:p>
      </dgm:t>
    </dgm:pt>
    <dgm:pt modelId="{2918962E-7F5A-4B0D-9F9C-72A4EF56D980}" type="sibTrans" cxnId="{68086F11-DBEC-434E-B40C-4A1777242FC6}">
      <dgm:prSet/>
      <dgm:spPr/>
      <dgm:t>
        <a:bodyPr/>
        <a:lstStyle/>
        <a:p>
          <a:endParaRPr lang="en-US"/>
        </a:p>
      </dgm:t>
    </dgm:pt>
    <dgm:pt modelId="{13F58D98-0341-43A8-928F-345D5C3D9C41}">
      <dgm:prSet/>
      <dgm:spPr/>
      <dgm:t>
        <a:bodyPr/>
        <a:lstStyle/>
        <a:p>
          <a:pPr rtl="0"/>
          <a:r>
            <a:rPr lang="en-US" b="0" i="0" u="none" dirty="0"/>
            <a:t>Digital Asset Management</a:t>
          </a:r>
          <a:endParaRPr lang="en-US" b="0" dirty="0"/>
        </a:p>
      </dgm:t>
    </dgm:pt>
    <dgm:pt modelId="{6B9C03E7-8B35-46A5-ABE8-A1F8A57959E3}" type="parTrans" cxnId="{08A6D761-625F-4A0A-BCC8-780A6C93CD95}">
      <dgm:prSet/>
      <dgm:spPr/>
      <dgm:t>
        <a:bodyPr/>
        <a:lstStyle/>
        <a:p>
          <a:endParaRPr lang="en-US"/>
        </a:p>
      </dgm:t>
    </dgm:pt>
    <dgm:pt modelId="{2EDE9068-B9FD-404E-B90A-EC65A2BB4105}" type="sibTrans" cxnId="{08A6D761-625F-4A0A-BCC8-780A6C93CD95}">
      <dgm:prSet/>
      <dgm:spPr/>
      <dgm:t>
        <a:bodyPr/>
        <a:lstStyle/>
        <a:p>
          <a:endParaRPr lang="en-US"/>
        </a:p>
      </dgm:t>
    </dgm:pt>
    <dgm:pt modelId="{BD181552-9181-4F79-B7A2-41CA03A722DE}">
      <dgm:prSet/>
      <dgm:spPr/>
      <dgm:t>
        <a:bodyPr/>
        <a:lstStyle/>
        <a:p>
          <a:pPr rtl="0"/>
          <a:r>
            <a:rPr lang="en-US" b="0" i="0" u="none" dirty="0"/>
            <a:t>Content Management</a:t>
          </a:r>
          <a:endParaRPr lang="en-US" b="0" dirty="0"/>
        </a:p>
      </dgm:t>
    </dgm:pt>
    <dgm:pt modelId="{42780C27-DF36-46A1-AB61-6F90797B5932}" type="parTrans" cxnId="{F0FABD8F-DDA6-46EE-90D4-74E24220F873}">
      <dgm:prSet/>
      <dgm:spPr/>
      <dgm:t>
        <a:bodyPr/>
        <a:lstStyle/>
        <a:p>
          <a:endParaRPr lang="en-US"/>
        </a:p>
      </dgm:t>
    </dgm:pt>
    <dgm:pt modelId="{57B0530D-8367-4C2C-BAFD-1596B3E54B94}" type="sibTrans" cxnId="{F0FABD8F-DDA6-46EE-90D4-74E24220F873}">
      <dgm:prSet/>
      <dgm:spPr/>
      <dgm:t>
        <a:bodyPr/>
        <a:lstStyle/>
        <a:p>
          <a:endParaRPr lang="en-US"/>
        </a:p>
      </dgm:t>
    </dgm:pt>
    <dgm:pt modelId="{CAA8D60C-A77F-4898-9E9E-3438AB7EDEAB}">
      <dgm:prSet/>
      <dgm:spPr/>
      <dgm:t>
        <a:bodyPr/>
        <a:lstStyle/>
        <a:p>
          <a:pPr rtl="0"/>
          <a:r>
            <a:rPr lang="en-US" b="1" i="0" u="none" dirty="0"/>
            <a:t>Software Services:</a:t>
          </a:r>
          <a:endParaRPr lang="en-US" b="0" dirty="0"/>
        </a:p>
      </dgm:t>
    </dgm:pt>
    <dgm:pt modelId="{51E28A51-520D-45AD-9D08-ACFF2B8CCCF8}" type="parTrans" cxnId="{982D2EA7-F394-4EB1-BCEF-0F313AB0366C}">
      <dgm:prSet/>
      <dgm:spPr/>
      <dgm:t>
        <a:bodyPr/>
        <a:lstStyle/>
        <a:p>
          <a:endParaRPr lang="en-US"/>
        </a:p>
      </dgm:t>
    </dgm:pt>
    <dgm:pt modelId="{A63773AF-E0F4-4BEC-8C32-393287A57EBF}" type="sibTrans" cxnId="{982D2EA7-F394-4EB1-BCEF-0F313AB0366C}">
      <dgm:prSet/>
      <dgm:spPr/>
      <dgm:t>
        <a:bodyPr/>
        <a:lstStyle/>
        <a:p>
          <a:endParaRPr lang="en-US"/>
        </a:p>
      </dgm:t>
    </dgm:pt>
    <dgm:pt modelId="{8010FD99-3CE8-453A-AA14-2AE32F22D139}">
      <dgm:prSet/>
      <dgm:spPr/>
      <dgm:t>
        <a:bodyPr/>
        <a:lstStyle/>
        <a:p>
          <a:pPr rtl="0"/>
          <a:r>
            <a:rPr lang="en-US" b="0" i="0" u="none" dirty="0"/>
            <a:t>Custom Development</a:t>
          </a:r>
          <a:endParaRPr lang="en-US" b="0" dirty="0"/>
        </a:p>
      </dgm:t>
    </dgm:pt>
    <dgm:pt modelId="{66BC0AB0-F4B2-4FE7-AAAF-C5769F78FC66}" type="parTrans" cxnId="{529CF9B3-E221-4B25-91FB-51A2B18D0C5D}">
      <dgm:prSet/>
      <dgm:spPr/>
      <dgm:t>
        <a:bodyPr/>
        <a:lstStyle/>
        <a:p>
          <a:endParaRPr lang="en-US"/>
        </a:p>
      </dgm:t>
    </dgm:pt>
    <dgm:pt modelId="{2D46C2D0-A88D-4DFE-8C6A-AC4EB575899E}" type="sibTrans" cxnId="{529CF9B3-E221-4B25-91FB-51A2B18D0C5D}">
      <dgm:prSet/>
      <dgm:spPr/>
      <dgm:t>
        <a:bodyPr/>
        <a:lstStyle/>
        <a:p>
          <a:endParaRPr lang="en-US"/>
        </a:p>
      </dgm:t>
    </dgm:pt>
    <dgm:pt modelId="{6C555C26-4093-4B60-8D96-1A60419DB6DC}">
      <dgm:prSet/>
      <dgm:spPr/>
      <dgm:t>
        <a:bodyPr/>
        <a:lstStyle/>
        <a:p>
          <a:pPr rtl="0"/>
          <a:r>
            <a:rPr lang="en-US" b="0" i="0" u="none" dirty="0"/>
            <a:t>Software Outsourcing</a:t>
          </a:r>
          <a:endParaRPr lang="en-US" b="0" dirty="0"/>
        </a:p>
      </dgm:t>
    </dgm:pt>
    <dgm:pt modelId="{49B080DF-E2DC-4C09-A618-160007721ACE}" type="parTrans" cxnId="{21050467-83AF-4611-B117-8CBA83ED8DFA}">
      <dgm:prSet/>
      <dgm:spPr/>
      <dgm:t>
        <a:bodyPr/>
        <a:lstStyle/>
        <a:p>
          <a:endParaRPr lang="en-US"/>
        </a:p>
      </dgm:t>
    </dgm:pt>
    <dgm:pt modelId="{62714F23-EFC6-4FAC-B6C3-9FFE47077BE7}" type="sibTrans" cxnId="{21050467-83AF-4611-B117-8CBA83ED8DFA}">
      <dgm:prSet/>
      <dgm:spPr/>
      <dgm:t>
        <a:bodyPr/>
        <a:lstStyle/>
        <a:p>
          <a:endParaRPr lang="en-US"/>
        </a:p>
      </dgm:t>
    </dgm:pt>
    <dgm:pt modelId="{305587E6-4331-4911-91E6-915309005A5F}">
      <dgm:prSet/>
      <dgm:spPr/>
      <dgm:t>
        <a:bodyPr/>
        <a:lstStyle/>
        <a:p>
          <a:pPr rtl="0"/>
          <a:r>
            <a:rPr lang="en-US" b="0" i="0" u="none" dirty="0"/>
            <a:t>Staffing Services</a:t>
          </a:r>
          <a:endParaRPr lang="en-US" b="0" dirty="0"/>
        </a:p>
      </dgm:t>
    </dgm:pt>
    <dgm:pt modelId="{9F56F951-AEA5-467F-B229-4D6401B955EC}" type="parTrans" cxnId="{CC8BBD55-66F5-4087-9021-E13F261CBCEB}">
      <dgm:prSet/>
      <dgm:spPr/>
      <dgm:t>
        <a:bodyPr/>
        <a:lstStyle/>
        <a:p>
          <a:endParaRPr lang="en-US"/>
        </a:p>
      </dgm:t>
    </dgm:pt>
    <dgm:pt modelId="{FFB366FD-1504-4E2F-98D3-033038C1A6D2}" type="sibTrans" cxnId="{CC8BBD55-66F5-4087-9021-E13F261CBCEB}">
      <dgm:prSet/>
      <dgm:spPr/>
      <dgm:t>
        <a:bodyPr/>
        <a:lstStyle/>
        <a:p>
          <a:endParaRPr lang="en-US"/>
        </a:p>
      </dgm:t>
    </dgm:pt>
    <dgm:pt modelId="{86AEC28A-FF9F-480D-AD6B-FC0C0CAF6C8E}">
      <dgm:prSet/>
      <dgm:spPr/>
      <dgm:t>
        <a:bodyPr/>
        <a:lstStyle/>
        <a:p>
          <a:pPr rtl="0"/>
          <a:r>
            <a:rPr lang="en-US" b="0" i="0" u="none" dirty="0"/>
            <a:t>Agile Development</a:t>
          </a:r>
          <a:endParaRPr lang="en-US" b="0" dirty="0"/>
        </a:p>
      </dgm:t>
    </dgm:pt>
    <dgm:pt modelId="{99DF5154-6FBB-4CC0-9E99-220017FF85CE}" type="parTrans" cxnId="{48F76BD1-7DE8-4422-A5CF-D8DC6064684C}">
      <dgm:prSet/>
      <dgm:spPr/>
      <dgm:t>
        <a:bodyPr/>
        <a:lstStyle/>
        <a:p>
          <a:endParaRPr lang="en-US"/>
        </a:p>
      </dgm:t>
    </dgm:pt>
    <dgm:pt modelId="{7ED04919-827E-46C9-AA85-F7CDF2224E0F}" type="sibTrans" cxnId="{48F76BD1-7DE8-4422-A5CF-D8DC6064684C}">
      <dgm:prSet/>
      <dgm:spPr/>
      <dgm:t>
        <a:bodyPr/>
        <a:lstStyle/>
        <a:p>
          <a:endParaRPr lang="en-US"/>
        </a:p>
      </dgm:t>
    </dgm:pt>
    <dgm:pt modelId="{4497A3DC-0B33-498F-967F-A5F8C4C1EE81}">
      <dgm:prSet/>
      <dgm:spPr/>
      <dgm:t>
        <a:bodyPr/>
        <a:lstStyle/>
        <a:p>
          <a:pPr rtl="0"/>
          <a:r>
            <a:rPr lang="en-US" b="1" i="0" u="none" dirty="0"/>
            <a:t>UI &amp; UX:</a:t>
          </a:r>
          <a:endParaRPr lang="en-US" b="0" dirty="0"/>
        </a:p>
      </dgm:t>
    </dgm:pt>
    <dgm:pt modelId="{C856C311-A4DE-47AC-8182-E451291C97E2}" type="parTrans" cxnId="{5156E1B7-09EE-4007-B835-7EC11FDE1B81}">
      <dgm:prSet/>
      <dgm:spPr/>
      <dgm:t>
        <a:bodyPr/>
        <a:lstStyle/>
        <a:p>
          <a:endParaRPr lang="en-US"/>
        </a:p>
      </dgm:t>
    </dgm:pt>
    <dgm:pt modelId="{F52FD582-EB2E-4A2B-BB7A-7010BA24A473}" type="sibTrans" cxnId="{5156E1B7-09EE-4007-B835-7EC11FDE1B81}">
      <dgm:prSet/>
      <dgm:spPr/>
      <dgm:t>
        <a:bodyPr/>
        <a:lstStyle/>
        <a:p>
          <a:endParaRPr lang="en-US"/>
        </a:p>
      </dgm:t>
    </dgm:pt>
    <dgm:pt modelId="{BA4C2E98-D91F-452D-999E-930FF3885B5D}">
      <dgm:prSet/>
      <dgm:spPr/>
      <dgm:t>
        <a:bodyPr/>
        <a:lstStyle/>
        <a:p>
          <a:pPr rtl="0"/>
          <a:r>
            <a:rPr lang="en-US" b="0" i="0" u="none" dirty="0"/>
            <a:t>Experience Design</a:t>
          </a:r>
          <a:endParaRPr lang="en-US" b="0" dirty="0"/>
        </a:p>
      </dgm:t>
    </dgm:pt>
    <dgm:pt modelId="{F10BC446-EFEB-4A44-B300-C16FDD4CDC38}" type="parTrans" cxnId="{3C616F90-E809-469E-99CA-35F5E6631910}">
      <dgm:prSet/>
      <dgm:spPr/>
      <dgm:t>
        <a:bodyPr/>
        <a:lstStyle/>
        <a:p>
          <a:endParaRPr lang="en-US"/>
        </a:p>
      </dgm:t>
    </dgm:pt>
    <dgm:pt modelId="{ECE8E4C0-B3CB-4DC6-A688-5204C3EDA0B3}" type="sibTrans" cxnId="{3C616F90-E809-469E-99CA-35F5E6631910}">
      <dgm:prSet/>
      <dgm:spPr/>
      <dgm:t>
        <a:bodyPr/>
        <a:lstStyle/>
        <a:p>
          <a:endParaRPr lang="en-US"/>
        </a:p>
      </dgm:t>
    </dgm:pt>
    <dgm:pt modelId="{3176F0C6-B46D-4D1B-92E0-280BE8FDF9B2}">
      <dgm:prSet/>
      <dgm:spPr/>
      <dgm:t>
        <a:bodyPr/>
        <a:lstStyle/>
        <a:p>
          <a:pPr rtl="0"/>
          <a:r>
            <a:rPr lang="en-US" b="0" i="0" u="none" dirty="0"/>
            <a:t>User Interface Design</a:t>
          </a:r>
          <a:endParaRPr lang="en-US" b="0" dirty="0"/>
        </a:p>
      </dgm:t>
    </dgm:pt>
    <dgm:pt modelId="{2026AE90-DA9C-4F12-8C0C-D09F86EE32EB}" type="parTrans" cxnId="{7D1D7AFA-0E32-4569-AAF6-B82FD774482A}">
      <dgm:prSet/>
      <dgm:spPr/>
      <dgm:t>
        <a:bodyPr/>
        <a:lstStyle/>
        <a:p>
          <a:endParaRPr lang="en-US"/>
        </a:p>
      </dgm:t>
    </dgm:pt>
    <dgm:pt modelId="{7FB19984-913B-4618-8BC3-455370B1B035}" type="sibTrans" cxnId="{7D1D7AFA-0E32-4569-AAF6-B82FD774482A}">
      <dgm:prSet/>
      <dgm:spPr/>
      <dgm:t>
        <a:bodyPr/>
        <a:lstStyle/>
        <a:p>
          <a:endParaRPr lang="en-US"/>
        </a:p>
      </dgm:t>
    </dgm:pt>
    <dgm:pt modelId="{40E8F4EC-5815-4DC9-BCFE-BA419EF82B14}">
      <dgm:prSet/>
      <dgm:spPr/>
      <dgm:t>
        <a:bodyPr/>
        <a:lstStyle/>
        <a:p>
          <a:pPr rtl="0"/>
          <a:r>
            <a:rPr lang="en-US" b="0" i="0" u="none" dirty="0"/>
            <a:t>Web Development</a:t>
          </a:r>
          <a:endParaRPr lang="en-US" b="0" dirty="0"/>
        </a:p>
      </dgm:t>
    </dgm:pt>
    <dgm:pt modelId="{0C3BDB9D-FA34-4AFA-AFD8-F57155AEB310}" type="parTrans" cxnId="{D63115D5-E923-4DC3-9CFE-6EFDC384E150}">
      <dgm:prSet/>
      <dgm:spPr/>
      <dgm:t>
        <a:bodyPr/>
        <a:lstStyle/>
        <a:p>
          <a:endParaRPr lang="en-US"/>
        </a:p>
      </dgm:t>
    </dgm:pt>
    <dgm:pt modelId="{A35746AD-BA53-415F-8B1D-61A78DEBDA16}" type="sibTrans" cxnId="{D63115D5-E923-4DC3-9CFE-6EFDC384E150}">
      <dgm:prSet/>
      <dgm:spPr/>
      <dgm:t>
        <a:bodyPr/>
        <a:lstStyle/>
        <a:p>
          <a:endParaRPr lang="en-US"/>
        </a:p>
      </dgm:t>
    </dgm:pt>
    <dgm:pt modelId="{B1815CA6-8B4C-4F03-92E5-ED169FB64CFD}" type="pres">
      <dgm:prSet presAssocID="{DB480B5E-2788-4556-B450-D55CBB053CC3}" presName="Name0" presStyleCnt="0">
        <dgm:presLayoutVars>
          <dgm:dir/>
          <dgm:resizeHandles val="exact"/>
        </dgm:presLayoutVars>
      </dgm:prSet>
      <dgm:spPr/>
    </dgm:pt>
    <dgm:pt modelId="{63A4763E-8D59-4A81-A1F2-69027FB1FBE0}" type="pres">
      <dgm:prSet presAssocID="{E9B4605A-BDA3-4A3B-9B27-D92084BF8D33}" presName="node" presStyleLbl="node1" presStyleIdx="0" presStyleCnt="5">
        <dgm:presLayoutVars>
          <dgm:bulletEnabled val="1"/>
        </dgm:presLayoutVars>
      </dgm:prSet>
      <dgm:spPr/>
    </dgm:pt>
    <dgm:pt modelId="{9C9425F6-3318-4229-9A16-1B5DC511BFDC}" type="pres">
      <dgm:prSet presAssocID="{A961C65C-F4B6-4D7D-ABBC-0AAD295AFDB7}" presName="sibTrans" presStyleCnt="0"/>
      <dgm:spPr/>
    </dgm:pt>
    <dgm:pt modelId="{6DA8DA6B-C10E-45C3-9957-F0B69AE11D78}" type="pres">
      <dgm:prSet presAssocID="{E1B5F93B-664C-48BD-868F-1B08AE60E387}" presName="node" presStyleLbl="node1" presStyleIdx="1" presStyleCnt="5">
        <dgm:presLayoutVars>
          <dgm:bulletEnabled val="1"/>
        </dgm:presLayoutVars>
      </dgm:prSet>
      <dgm:spPr/>
    </dgm:pt>
    <dgm:pt modelId="{803802EE-C308-45FD-A9A2-6AB2A9769DC4}" type="pres">
      <dgm:prSet presAssocID="{A62FCE21-014C-4A09-91EB-BDAF70BC4E2C}" presName="sibTrans" presStyleCnt="0"/>
      <dgm:spPr/>
    </dgm:pt>
    <dgm:pt modelId="{141D2E73-9E55-44F1-B59C-DE3B70305E27}" type="pres">
      <dgm:prSet presAssocID="{B3B0F982-6F79-49C7-997C-804BCCA5FC22}" presName="node" presStyleLbl="node1" presStyleIdx="2" presStyleCnt="5">
        <dgm:presLayoutVars>
          <dgm:bulletEnabled val="1"/>
        </dgm:presLayoutVars>
      </dgm:prSet>
      <dgm:spPr/>
    </dgm:pt>
    <dgm:pt modelId="{84CA8296-A616-436D-AE64-161C5D8EDD61}" type="pres">
      <dgm:prSet presAssocID="{52D67710-E0BD-45DE-8C1B-2EE7B252759B}" presName="sibTrans" presStyleCnt="0"/>
      <dgm:spPr/>
    </dgm:pt>
    <dgm:pt modelId="{87C5AA50-5540-4799-B0C7-70DA21BED14F}" type="pres">
      <dgm:prSet presAssocID="{CAA8D60C-A77F-4898-9E9E-3438AB7EDEAB}" presName="node" presStyleLbl="node1" presStyleIdx="3" presStyleCnt="5">
        <dgm:presLayoutVars>
          <dgm:bulletEnabled val="1"/>
        </dgm:presLayoutVars>
      </dgm:prSet>
      <dgm:spPr/>
    </dgm:pt>
    <dgm:pt modelId="{B13E1BBB-7DFE-4C58-BC48-D56515BA6D5E}" type="pres">
      <dgm:prSet presAssocID="{A63773AF-E0F4-4BEC-8C32-393287A57EBF}" presName="sibTrans" presStyleCnt="0"/>
      <dgm:spPr/>
    </dgm:pt>
    <dgm:pt modelId="{566297B2-C44C-4D76-A4DD-2FF051BF07B8}" type="pres">
      <dgm:prSet presAssocID="{4497A3DC-0B33-498F-967F-A5F8C4C1EE81}" presName="node" presStyleLbl="node1" presStyleIdx="4" presStyleCnt="5">
        <dgm:presLayoutVars>
          <dgm:bulletEnabled val="1"/>
        </dgm:presLayoutVars>
      </dgm:prSet>
      <dgm:spPr/>
    </dgm:pt>
  </dgm:ptLst>
  <dgm:cxnLst>
    <dgm:cxn modelId="{B6D28A08-1335-4A4C-B956-8ABB27A581CC}" type="presOf" srcId="{BA4C2E98-D91F-452D-999E-930FF3885B5D}" destId="{566297B2-C44C-4D76-A4DD-2FF051BF07B8}" srcOrd="0" destOrd="1" presId="urn:microsoft.com/office/officeart/2005/8/layout/hList6"/>
    <dgm:cxn modelId="{C928630E-EF6A-480A-B680-6D078B9F2305}" type="presOf" srcId="{9BA3A390-B01B-4579-8ECB-65E763EC6749}" destId="{63A4763E-8D59-4A81-A1F2-69027FB1FBE0}" srcOrd="0" destOrd="1" presId="urn:microsoft.com/office/officeart/2005/8/layout/hList6"/>
    <dgm:cxn modelId="{05D8BE0E-71D7-497A-B449-C0AE7D236034}" type="presOf" srcId="{E9B4605A-BDA3-4A3B-9B27-D92084BF8D33}" destId="{63A4763E-8D59-4A81-A1F2-69027FB1FBE0}" srcOrd="0" destOrd="0" presId="urn:microsoft.com/office/officeart/2005/8/layout/hList6"/>
    <dgm:cxn modelId="{68086F11-DBEC-434E-B40C-4A1777242FC6}" srcId="{B3B0F982-6F79-49C7-997C-804BCCA5FC22}" destId="{FB52713E-A286-464E-8A5E-970FFE6FA442}" srcOrd="0" destOrd="0" parTransId="{071439AC-D864-4626-8958-1D84163593A0}" sibTransId="{2918962E-7F5A-4B0D-9F9C-72A4EF56D980}"/>
    <dgm:cxn modelId="{71715B22-D192-4D5A-977B-F6F89991826B}" srcId="{DB480B5E-2788-4556-B450-D55CBB053CC3}" destId="{E9B4605A-BDA3-4A3B-9B27-D92084BF8D33}" srcOrd="0" destOrd="0" parTransId="{492B499A-117A-4161-9A18-16324FC95614}" sibTransId="{A961C65C-F4B6-4D7D-ABBC-0AAD295AFDB7}"/>
    <dgm:cxn modelId="{C69AE440-B2AD-417C-9D0A-26D5299A9BA2}" type="presOf" srcId="{B3B0F982-6F79-49C7-997C-804BCCA5FC22}" destId="{141D2E73-9E55-44F1-B59C-DE3B70305E27}" srcOrd="0" destOrd="0" presId="urn:microsoft.com/office/officeart/2005/8/layout/hList6"/>
    <dgm:cxn modelId="{D09E455D-F54B-4E72-BB73-9FB805FED7FC}" type="presOf" srcId="{45DE23CD-8657-470C-84F5-A8F1126239A2}" destId="{6DA8DA6B-C10E-45C3-9957-F0B69AE11D78}" srcOrd="0" destOrd="3" presId="urn:microsoft.com/office/officeart/2005/8/layout/hList6"/>
    <dgm:cxn modelId="{08A6D761-625F-4A0A-BCC8-780A6C93CD95}" srcId="{B3B0F982-6F79-49C7-997C-804BCCA5FC22}" destId="{13F58D98-0341-43A8-928F-345D5C3D9C41}" srcOrd="1" destOrd="0" parTransId="{6B9C03E7-8B35-46A5-ABE8-A1F8A57959E3}" sibTransId="{2EDE9068-B9FD-404E-B90A-EC65A2BB4105}"/>
    <dgm:cxn modelId="{BA75F646-73EE-4E33-BE82-B074CE7795ED}" type="presOf" srcId="{57F1649F-F102-4F42-951F-0FB1213E4737}" destId="{6DA8DA6B-C10E-45C3-9957-F0B69AE11D78}" srcOrd="0" destOrd="2" presId="urn:microsoft.com/office/officeart/2005/8/layout/hList6"/>
    <dgm:cxn modelId="{21050467-83AF-4611-B117-8CBA83ED8DFA}" srcId="{CAA8D60C-A77F-4898-9E9E-3438AB7EDEAB}" destId="{6C555C26-4093-4B60-8D96-1A60419DB6DC}" srcOrd="1" destOrd="0" parTransId="{49B080DF-E2DC-4C09-A618-160007721ACE}" sibTransId="{62714F23-EFC6-4FAC-B6C3-9FFE47077BE7}"/>
    <dgm:cxn modelId="{6C5FA76E-F896-46F5-89DA-FD1F81C26BA4}" type="presOf" srcId="{40E8F4EC-5815-4DC9-BCFE-BA419EF82B14}" destId="{566297B2-C44C-4D76-A4DD-2FF051BF07B8}" srcOrd="0" destOrd="3" presId="urn:microsoft.com/office/officeart/2005/8/layout/hList6"/>
    <dgm:cxn modelId="{5246F650-9B9F-4877-A829-248E83FF46D5}" srcId="{DB480B5E-2788-4556-B450-D55CBB053CC3}" destId="{E1B5F93B-664C-48BD-868F-1B08AE60E387}" srcOrd="1" destOrd="0" parTransId="{FF4C1554-BC43-490A-A69A-80F3D8610BA8}" sibTransId="{A62FCE21-014C-4A09-91EB-BDAF70BC4E2C}"/>
    <dgm:cxn modelId="{CC8BBD55-66F5-4087-9021-E13F261CBCEB}" srcId="{CAA8D60C-A77F-4898-9E9E-3438AB7EDEAB}" destId="{305587E6-4331-4911-91E6-915309005A5F}" srcOrd="2" destOrd="0" parTransId="{9F56F951-AEA5-467F-B229-4D6401B955EC}" sibTransId="{FFB366FD-1504-4E2F-98D3-033038C1A6D2}"/>
    <dgm:cxn modelId="{89751B56-A976-4BA6-8E48-EC926F472115}" type="presOf" srcId="{86AEC28A-FF9F-480D-AD6B-FC0C0CAF6C8E}" destId="{87C5AA50-5540-4799-B0C7-70DA21BED14F}" srcOrd="0" destOrd="4" presId="urn:microsoft.com/office/officeart/2005/8/layout/hList6"/>
    <dgm:cxn modelId="{1896BF76-D983-444B-A026-72D6D61973B8}" type="presOf" srcId="{4497A3DC-0B33-498F-967F-A5F8C4C1EE81}" destId="{566297B2-C44C-4D76-A4DD-2FF051BF07B8}" srcOrd="0" destOrd="0" presId="urn:microsoft.com/office/officeart/2005/8/layout/hList6"/>
    <dgm:cxn modelId="{74453958-A24A-4155-B625-87380F237456}" srcId="{DB480B5E-2788-4556-B450-D55CBB053CC3}" destId="{B3B0F982-6F79-49C7-997C-804BCCA5FC22}" srcOrd="2" destOrd="0" parTransId="{A12190EB-6A7B-4D91-93BB-7442D481ACA0}" sibTransId="{52D67710-E0BD-45DE-8C1B-2EE7B252759B}"/>
    <dgm:cxn modelId="{DCCE457A-0325-47A1-AC40-10FDFDD13B2E}" srcId="{E1B5F93B-664C-48BD-868F-1B08AE60E387}" destId="{31D97225-0924-4733-9096-91C1FF738DB8}" srcOrd="0" destOrd="0" parTransId="{4733C7BC-9787-41CA-8BA1-86D742DBD910}" sibTransId="{1664D307-44F8-4E92-B089-5BFA2D810D79}"/>
    <dgm:cxn modelId="{DAEA4781-6FFB-4628-96D9-B17F3C674EA1}" type="presOf" srcId="{13F58D98-0341-43A8-928F-345D5C3D9C41}" destId="{141D2E73-9E55-44F1-B59C-DE3B70305E27}" srcOrd="0" destOrd="2" presId="urn:microsoft.com/office/officeart/2005/8/layout/hList6"/>
    <dgm:cxn modelId="{F0FABD8F-DDA6-46EE-90D4-74E24220F873}" srcId="{B3B0F982-6F79-49C7-997C-804BCCA5FC22}" destId="{BD181552-9181-4F79-B7A2-41CA03A722DE}" srcOrd="2" destOrd="0" parTransId="{42780C27-DF36-46A1-AB61-6F90797B5932}" sibTransId="{57B0530D-8367-4C2C-BAFD-1596B3E54B94}"/>
    <dgm:cxn modelId="{3C616F90-E809-469E-99CA-35F5E6631910}" srcId="{4497A3DC-0B33-498F-967F-A5F8C4C1EE81}" destId="{BA4C2E98-D91F-452D-999E-930FF3885B5D}" srcOrd="0" destOrd="0" parTransId="{F10BC446-EFEB-4A44-B300-C16FDD4CDC38}" sibTransId="{ECE8E4C0-B3CB-4DC6-A688-5204C3EDA0B3}"/>
    <dgm:cxn modelId="{70EAB392-329E-4A1B-9643-B8C355625515}" srcId="{E1B5F93B-664C-48BD-868F-1B08AE60E387}" destId="{45DE23CD-8657-470C-84F5-A8F1126239A2}" srcOrd="2" destOrd="0" parTransId="{60D41937-79D6-4A9E-B2CD-DF62876A630F}" sibTransId="{16F26349-5BA2-400F-A0ED-966B2AB2B8D6}"/>
    <dgm:cxn modelId="{8B913B99-BDDF-49E9-9E8A-4F9E69646BC2}" type="presOf" srcId="{305587E6-4331-4911-91E6-915309005A5F}" destId="{87C5AA50-5540-4799-B0C7-70DA21BED14F}" srcOrd="0" destOrd="3" presId="urn:microsoft.com/office/officeart/2005/8/layout/hList6"/>
    <dgm:cxn modelId="{982D2EA7-F394-4EB1-BCEF-0F313AB0366C}" srcId="{DB480B5E-2788-4556-B450-D55CBB053CC3}" destId="{CAA8D60C-A77F-4898-9E9E-3438AB7EDEAB}" srcOrd="3" destOrd="0" parTransId="{51E28A51-520D-45AD-9D08-ACFF2B8CCCF8}" sibTransId="{A63773AF-E0F4-4BEC-8C32-393287A57EBF}"/>
    <dgm:cxn modelId="{3E483EB2-7BBE-4480-A939-870C85675144}" type="presOf" srcId="{BD181552-9181-4F79-B7A2-41CA03A722DE}" destId="{141D2E73-9E55-44F1-B59C-DE3B70305E27}" srcOrd="0" destOrd="3" presId="urn:microsoft.com/office/officeart/2005/8/layout/hList6"/>
    <dgm:cxn modelId="{529CF9B3-E221-4B25-91FB-51A2B18D0C5D}" srcId="{CAA8D60C-A77F-4898-9E9E-3438AB7EDEAB}" destId="{8010FD99-3CE8-453A-AA14-2AE32F22D139}" srcOrd="0" destOrd="0" parTransId="{66BC0AB0-F4B2-4FE7-AAAF-C5769F78FC66}" sibTransId="{2D46C2D0-A88D-4DFE-8C6A-AC4EB575899E}"/>
    <dgm:cxn modelId="{5156E1B7-09EE-4007-B835-7EC11FDE1B81}" srcId="{DB480B5E-2788-4556-B450-D55CBB053CC3}" destId="{4497A3DC-0B33-498F-967F-A5F8C4C1EE81}" srcOrd="4" destOrd="0" parTransId="{C856C311-A4DE-47AC-8182-E451291C97E2}" sibTransId="{F52FD582-EB2E-4A2B-BB7A-7010BA24A473}"/>
    <dgm:cxn modelId="{259842BC-79AB-4F20-A243-1CFFD35302C4}" srcId="{E9B4605A-BDA3-4A3B-9B27-D92084BF8D33}" destId="{9BA3A390-B01B-4579-8ECB-65E763EC6749}" srcOrd="0" destOrd="0" parTransId="{3F6B0D24-4AF3-40D1-9DC8-48685CF4AC15}" sibTransId="{62B86107-2371-4119-A0F3-67CC264B4658}"/>
    <dgm:cxn modelId="{6B4937C5-D41E-48AA-8538-BF7EF6D80A96}" type="presOf" srcId="{E1B5F93B-664C-48BD-868F-1B08AE60E387}" destId="{6DA8DA6B-C10E-45C3-9957-F0B69AE11D78}" srcOrd="0" destOrd="0" presId="urn:microsoft.com/office/officeart/2005/8/layout/hList6"/>
    <dgm:cxn modelId="{1F8B65C8-9744-4102-B1F0-C68724288B19}" type="presOf" srcId="{CAA8D60C-A77F-4898-9E9E-3438AB7EDEAB}" destId="{87C5AA50-5540-4799-B0C7-70DA21BED14F}" srcOrd="0" destOrd="0" presId="urn:microsoft.com/office/officeart/2005/8/layout/hList6"/>
    <dgm:cxn modelId="{C5DC62CC-6775-485A-A9C0-B257513B042F}" type="presOf" srcId="{DB480B5E-2788-4556-B450-D55CBB053CC3}" destId="{B1815CA6-8B4C-4F03-92E5-ED169FB64CFD}" srcOrd="0" destOrd="0" presId="urn:microsoft.com/office/officeart/2005/8/layout/hList6"/>
    <dgm:cxn modelId="{48F76BD1-7DE8-4422-A5CF-D8DC6064684C}" srcId="{CAA8D60C-A77F-4898-9E9E-3438AB7EDEAB}" destId="{86AEC28A-FF9F-480D-AD6B-FC0C0CAF6C8E}" srcOrd="3" destOrd="0" parTransId="{99DF5154-6FBB-4CC0-9E99-220017FF85CE}" sibTransId="{7ED04919-827E-46C9-AA85-F7CDF2224E0F}"/>
    <dgm:cxn modelId="{D63115D5-E923-4DC3-9CFE-6EFDC384E150}" srcId="{4497A3DC-0B33-498F-967F-A5F8C4C1EE81}" destId="{40E8F4EC-5815-4DC9-BCFE-BA419EF82B14}" srcOrd="2" destOrd="0" parTransId="{0C3BDB9D-FA34-4AFA-AFD8-F57155AEB310}" sibTransId="{A35746AD-BA53-415F-8B1D-61A78DEBDA16}"/>
    <dgm:cxn modelId="{EBFF73D7-64EE-430E-9DF5-60C7F53E0AAE}" type="presOf" srcId="{6634EFCB-0C66-4D64-AB6F-E69910E8DB0A}" destId="{63A4763E-8D59-4A81-A1F2-69027FB1FBE0}" srcOrd="0" destOrd="2" presId="urn:microsoft.com/office/officeart/2005/8/layout/hList6"/>
    <dgm:cxn modelId="{B7E4E4DA-07E1-4C07-AC5D-CD1176A14B1F}" type="presOf" srcId="{3176F0C6-B46D-4D1B-92E0-280BE8FDF9B2}" destId="{566297B2-C44C-4D76-A4DD-2FF051BF07B8}" srcOrd="0" destOrd="2" presId="urn:microsoft.com/office/officeart/2005/8/layout/hList6"/>
    <dgm:cxn modelId="{7E8105DC-7105-4CD4-A48B-053D3FAC21D1}" srcId="{E9B4605A-BDA3-4A3B-9B27-D92084BF8D33}" destId="{6634EFCB-0C66-4D64-AB6F-E69910E8DB0A}" srcOrd="1" destOrd="0" parTransId="{434DE789-E15B-402E-B482-9E4440E2F807}" sibTransId="{134B153E-1486-4B8D-81C7-46D147D38DA7}"/>
    <dgm:cxn modelId="{6F4BE0DC-F80F-404E-9C48-48425C124199}" type="presOf" srcId="{6C555C26-4093-4B60-8D96-1A60419DB6DC}" destId="{87C5AA50-5540-4799-B0C7-70DA21BED14F}" srcOrd="0" destOrd="2" presId="urn:microsoft.com/office/officeart/2005/8/layout/hList6"/>
    <dgm:cxn modelId="{1C31D1E2-2984-4878-93FE-E4C1B55E0195}" type="presOf" srcId="{31D97225-0924-4733-9096-91C1FF738DB8}" destId="{6DA8DA6B-C10E-45C3-9957-F0B69AE11D78}" srcOrd="0" destOrd="1" presId="urn:microsoft.com/office/officeart/2005/8/layout/hList6"/>
    <dgm:cxn modelId="{9BF627E4-77AE-4C5E-9DD8-42BE098746D2}" type="presOf" srcId="{8010FD99-3CE8-453A-AA14-2AE32F22D139}" destId="{87C5AA50-5540-4799-B0C7-70DA21BED14F}" srcOrd="0" destOrd="1" presId="urn:microsoft.com/office/officeart/2005/8/layout/hList6"/>
    <dgm:cxn modelId="{CC1222EB-DC6B-4D54-B77F-69A0005E7A54}" type="presOf" srcId="{FB52713E-A286-464E-8A5E-970FFE6FA442}" destId="{141D2E73-9E55-44F1-B59C-DE3B70305E27}" srcOrd="0" destOrd="1" presId="urn:microsoft.com/office/officeart/2005/8/layout/hList6"/>
    <dgm:cxn modelId="{48BC0EF5-81F6-4A11-84AA-8064A3FA1D01}" srcId="{E1B5F93B-664C-48BD-868F-1B08AE60E387}" destId="{57F1649F-F102-4F42-951F-0FB1213E4737}" srcOrd="1" destOrd="0" parTransId="{78999D9A-25C1-402D-9954-B47F19BDCB4C}" sibTransId="{A06AE42A-93CC-4EA1-BCCA-69847617D70C}"/>
    <dgm:cxn modelId="{7D1D7AFA-0E32-4569-AAF6-B82FD774482A}" srcId="{4497A3DC-0B33-498F-967F-A5F8C4C1EE81}" destId="{3176F0C6-B46D-4D1B-92E0-280BE8FDF9B2}" srcOrd="1" destOrd="0" parTransId="{2026AE90-DA9C-4F12-8C0C-D09F86EE32EB}" sibTransId="{7FB19984-913B-4618-8BC3-455370B1B035}"/>
    <dgm:cxn modelId="{8E38BB75-1C83-47ED-B954-7E7E0DD492C8}" type="presParOf" srcId="{B1815CA6-8B4C-4F03-92E5-ED169FB64CFD}" destId="{63A4763E-8D59-4A81-A1F2-69027FB1FBE0}" srcOrd="0" destOrd="0" presId="urn:microsoft.com/office/officeart/2005/8/layout/hList6"/>
    <dgm:cxn modelId="{E80CE608-341E-480C-84B3-0A3A23FFBAEA}" type="presParOf" srcId="{B1815CA6-8B4C-4F03-92E5-ED169FB64CFD}" destId="{9C9425F6-3318-4229-9A16-1B5DC511BFDC}" srcOrd="1" destOrd="0" presId="urn:microsoft.com/office/officeart/2005/8/layout/hList6"/>
    <dgm:cxn modelId="{663974D1-D52A-47F4-A59F-6A3C5386D302}" type="presParOf" srcId="{B1815CA6-8B4C-4F03-92E5-ED169FB64CFD}" destId="{6DA8DA6B-C10E-45C3-9957-F0B69AE11D78}" srcOrd="2" destOrd="0" presId="urn:microsoft.com/office/officeart/2005/8/layout/hList6"/>
    <dgm:cxn modelId="{75C0B05A-08E0-4E48-A96E-376E758A5378}" type="presParOf" srcId="{B1815CA6-8B4C-4F03-92E5-ED169FB64CFD}" destId="{803802EE-C308-45FD-A9A2-6AB2A9769DC4}" srcOrd="3" destOrd="0" presId="urn:microsoft.com/office/officeart/2005/8/layout/hList6"/>
    <dgm:cxn modelId="{A085842C-1947-447A-A0D0-1E5437F2DE9D}" type="presParOf" srcId="{B1815CA6-8B4C-4F03-92E5-ED169FB64CFD}" destId="{141D2E73-9E55-44F1-B59C-DE3B70305E27}" srcOrd="4" destOrd="0" presId="urn:microsoft.com/office/officeart/2005/8/layout/hList6"/>
    <dgm:cxn modelId="{A6F713FD-D359-4C09-B2D7-3588303120BB}" type="presParOf" srcId="{B1815CA6-8B4C-4F03-92E5-ED169FB64CFD}" destId="{84CA8296-A616-436D-AE64-161C5D8EDD61}" srcOrd="5" destOrd="0" presId="urn:microsoft.com/office/officeart/2005/8/layout/hList6"/>
    <dgm:cxn modelId="{AB73990C-EC4F-4EB9-9A0F-7961C40E366A}" type="presParOf" srcId="{B1815CA6-8B4C-4F03-92E5-ED169FB64CFD}" destId="{87C5AA50-5540-4799-B0C7-70DA21BED14F}" srcOrd="6" destOrd="0" presId="urn:microsoft.com/office/officeart/2005/8/layout/hList6"/>
    <dgm:cxn modelId="{A6288BFD-3B7E-4029-BC04-2ADB73FDFF9C}" type="presParOf" srcId="{B1815CA6-8B4C-4F03-92E5-ED169FB64CFD}" destId="{B13E1BBB-7DFE-4C58-BC48-D56515BA6D5E}" srcOrd="7" destOrd="0" presId="urn:microsoft.com/office/officeart/2005/8/layout/hList6"/>
    <dgm:cxn modelId="{0AA954F9-0699-42F7-9736-85957BC244C7}" type="presParOf" srcId="{B1815CA6-8B4C-4F03-92E5-ED169FB64CFD}" destId="{566297B2-C44C-4D76-A4DD-2FF051BF07B8}" srcOrd="8"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22BF10-BA32-4182-BF22-DF83245614C6}" type="doc">
      <dgm:prSet loTypeId="urn:microsoft.com/office/officeart/2005/8/layout/process1" loCatId="process" qsTypeId="urn:microsoft.com/office/officeart/2005/8/quickstyle/simple1" qsCatId="simple" csTypeId="urn:microsoft.com/office/officeart/2005/8/colors/accent1_2" csCatId="accent1" phldr="1"/>
      <dgm:spPr/>
    </dgm:pt>
    <dgm:pt modelId="{0E50E504-32FA-4A44-A50F-F12EB945BB1B}">
      <dgm:prSet phldrT="[Text]"/>
      <dgm:spPr/>
      <dgm:t>
        <a:bodyPr/>
        <a:lstStyle/>
        <a:p>
          <a:r>
            <a:rPr lang="en-US" b="1" i="0"/>
            <a:t>Efficiency</a:t>
          </a:r>
          <a:endParaRPr lang="en-US"/>
        </a:p>
      </dgm:t>
    </dgm:pt>
    <dgm:pt modelId="{06B301F3-9A07-435A-96BE-420D27C60409}" type="parTrans" cxnId="{31A0535E-8717-416D-A199-C829D00D9D22}">
      <dgm:prSet/>
      <dgm:spPr/>
      <dgm:t>
        <a:bodyPr/>
        <a:lstStyle/>
        <a:p>
          <a:endParaRPr lang="en-US"/>
        </a:p>
      </dgm:t>
    </dgm:pt>
    <dgm:pt modelId="{42458BD3-27A3-4FBC-9AAF-2EAEFA62CFF8}" type="sibTrans" cxnId="{31A0535E-8717-416D-A199-C829D00D9D22}">
      <dgm:prSet/>
      <dgm:spPr/>
      <dgm:t>
        <a:bodyPr/>
        <a:lstStyle/>
        <a:p>
          <a:endParaRPr lang="en-US"/>
        </a:p>
      </dgm:t>
    </dgm:pt>
    <dgm:pt modelId="{9DCC7C9C-8DAF-4F50-A223-E58036233B45}">
      <dgm:prSet phldrT="[Text]"/>
      <dgm:spPr/>
      <dgm:t>
        <a:bodyPr/>
        <a:lstStyle/>
        <a:p>
          <a:r>
            <a:rPr lang="en-US" b="1" i="0" dirty="0"/>
            <a:t>Accuracy</a:t>
          </a:r>
          <a:endParaRPr lang="en-US" dirty="0"/>
        </a:p>
      </dgm:t>
    </dgm:pt>
    <dgm:pt modelId="{45108821-B10C-48B1-8942-78C42B130B9F}" type="parTrans" cxnId="{C37276C5-711A-43CE-9844-C8441D65C550}">
      <dgm:prSet/>
      <dgm:spPr/>
      <dgm:t>
        <a:bodyPr/>
        <a:lstStyle/>
        <a:p>
          <a:endParaRPr lang="en-US"/>
        </a:p>
      </dgm:t>
    </dgm:pt>
    <dgm:pt modelId="{634425BC-2D40-4A61-B5D1-69B8891AD9F4}" type="sibTrans" cxnId="{C37276C5-711A-43CE-9844-C8441D65C550}">
      <dgm:prSet/>
      <dgm:spPr/>
      <dgm:t>
        <a:bodyPr/>
        <a:lstStyle/>
        <a:p>
          <a:endParaRPr lang="en-US"/>
        </a:p>
      </dgm:t>
    </dgm:pt>
    <dgm:pt modelId="{9CD9D010-A623-49A1-BB4F-649E72851593}">
      <dgm:prSet phldrT="[Text]"/>
      <dgm:spPr/>
      <dgm:t>
        <a:bodyPr/>
        <a:lstStyle/>
        <a:p>
          <a:r>
            <a:rPr lang="en-US" b="1" i="0" dirty="0"/>
            <a:t>Convenience</a:t>
          </a:r>
          <a:endParaRPr lang="en-US" dirty="0"/>
        </a:p>
      </dgm:t>
    </dgm:pt>
    <dgm:pt modelId="{78BDA08A-9979-4B36-B28F-C41EC707089C}" type="parTrans" cxnId="{9BB2573C-BC11-4095-80AE-9AE4E587C7B6}">
      <dgm:prSet/>
      <dgm:spPr/>
      <dgm:t>
        <a:bodyPr/>
        <a:lstStyle/>
        <a:p>
          <a:endParaRPr lang="en-US"/>
        </a:p>
      </dgm:t>
    </dgm:pt>
    <dgm:pt modelId="{E9E09C0B-EDBB-47E9-B6DB-2042FEAE093A}" type="sibTrans" cxnId="{9BB2573C-BC11-4095-80AE-9AE4E587C7B6}">
      <dgm:prSet/>
      <dgm:spPr/>
      <dgm:t>
        <a:bodyPr/>
        <a:lstStyle/>
        <a:p>
          <a:endParaRPr lang="en-US"/>
        </a:p>
      </dgm:t>
    </dgm:pt>
    <dgm:pt modelId="{8AF6D176-E112-4749-B61A-E0B688A48375}" type="pres">
      <dgm:prSet presAssocID="{6422BF10-BA32-4182-BF22-DF83245614C6}" presName="Name0" presStyleCnt="0">
        <dgm:presLayoutVars>
          <dgm:dir/>
          <dgm:resizeHandles val="exact"/>
        </dgm:presLayoutVars>
      </dgm:prSet>
      <dgm:spPr/>
    </dgm:pt>
    <dgm:pt modelId="{23A4592D-DE0E-4E83-B062-FCEC9871DBBA}" type="pres">
      <dgm:prSet presAssocID="{0E50E504-32FA-4A44-A50F-F12EB945BB1B}" presName="node" presStyleLbl="node1" presStyleIdx="0" presStyleCnt="3">
        <dgm:presLayoutVars>
          <dgm:bulletEnabled val="1"/>
        </dgm:presLayoutVars>
      </dgm:prSet>
      <dgm:spPr/>
    </dgm:pt>
    <dgm:pt modelId="{6DBC7B2D-D049-4A46-90E5-0E9E1CD3EE0E}" type="pres">
      <dgm:prSet presAssocID="{42458BD3-27A3-4FBC-9AAF-2EAEFA62CFF8}" presName="sibTrans" presStyleLbl="sibTrans2D1" presStyleIdx="0" presStyleCnt="2"/>
      <dgm:spPr/>
    </dgm:pt>
    <dgm:pt modelId="{3CB3BF49-07AE-45B5-9465-78B3B0199E03}" type="pres">
      <dgm:prSet presAssocID="{42458BD3-27A3-4FBC-9AAF-2EAEFA62CFF8}" presName="connectorText" presStyleLbl="sibTrans2D1" presStyleIdx="0" presStyleCnt="2"/>
      <dgm:spPr/>
    </dgm:pt>
    <dgm:pt modelId="{70C6D3C0-523B-4607-BFD4-AC1FC570988B}" type="pres">
      <dgm:prSet presAssocID="{9DCC7C9C-8DAF-4F50-A223-E58036233B45}" presName="node" presStyleLbl="node1" presStyleIdx="1" presStyleCnt="3">
        <dgm:presLayoutVars>
          <dgm:bulletEnabled val="1"/>
        </dgm:presLayoutVars>
      </dgm:prSet>
      <dgm:spPr/>
    </dgm:pt>
    <dgm:pt modelId="{39708287-85C3-4239-96D0-C5EA33633E4A}" type="pres">
      <dgm:prSet presAssocID="{634425BC-2D40-4A61-B5D1-69B8891AD9F4}" presName="sibTrans" presStyleLbl="sibTrans2D1" presStyleIdx="1" presStyleCnt="2"/>
      <dgm:spPr/>
    </dgm:pt>
    <dgm:pt modelId="{78C2E00D-9DF5-424B-8323-961EA34F561F}" type="pres">
      <dgm:prSet presAssocID="{634425BC-2D40-4A61-B5D1-69B8891AD9F4}" presName="connectorText" presStyleLbl="sibTrans2D1" presStyleIdx="1" presStyleCnt="2"/>
      <dgm:spPr/>
    </dgm:pt>
    <dgm:pt modelId="{7EEA4BBF-5375-46EC-9CF6-B165C591A3D2}" type="pres">
      <dgm:prSet presAssocID="{9CD9D010-A623-49A1-BB4F-649E72851593}" presName="node" presStyleLbl="node1" presStyleIdx="2" presStyleCnt="3">
        <dgm:presLayoutVars>
          <dgm:bulletEnabled val="1"/>
        </dgm:presLayoutVars>
      </dgm:prSet>
      <dgm:spPr/>
    </dgm:pt>
  </dgm:ptLst>
  <dgm:cxnLst>
    <dgm:cxn modelId="{B3A81D06-6741-4ACB-B52D-4EDB02B68877}" type="presOf" srcId="{42458BD3-27A3-4FBC-9AAF-2EAEFA62CFF8}" destId="{3CB3BF49-07AE-45B5-9465-78B3B0199E03}" srcOrd="1" destOrd="0" presId="urn:microsoft.com/office/officeart/2005/8/layout/process1"/>
    <dgm:cxn modelId="{9BB2573C-BC11-4095-80AE-9AE4E587C7B6}" srcId="{6422BF10-BA32-4182-BF22-DF83245614C6}" destId="{9CD9D010-A623-49A1-BB4F-649E72851593}" srcOrd="2" destOrd="0" parTransId="{78BDA08A-9979-4B36-B28F-C41EC707089C}" sibTransId="{E9E09C0B-EDBB-47E9-B6DB-2042FEAE093A}"/>
    <dgm:cxn modelId="{31A0535E-8717-416D-A199-C829D00D9D22}" srcId="{6422BF10-BA32-4182-BF22-DF83245614C6}" destId="{0E50E504-32FA-4A44-A50F-F12EB945BB1B}" srcOrd="0" destOrd="0" parTransId="{06B301F3-9A07-435A-96BE-420D27C60409}" sibTransId="{42458BD3-27A3-4FBC-9AAF-2EAEFA62CFF8}"/>
    <dgm:cxn modelId="{989E3E45-52B2-4925-B862-8BC4A24A56FD}" type="presOf" srcId="{9CD9D010-A623-49A1-BB4F-649E72851593}" destId="{7EEA4BBF-5375-46EC-9CF6-B165C591A3D2}" srcOrd="0" destOrd="0" presId="urn:microsoft.com/office/officeart/2005/8/layout/process1"/>
    <dgm:cxn modelId="{E73BEE65-189B-46F9-B11C-4A1135710C95}" type="presOf" srcId="{9DCC7C9C-8DAF-4F50-A223-E58036233B45}" destId="{70C6D3C0-523B-4607-BFD4-AC1FC570988B}" srcOrd="0" destOrd="0" presId="urn:microsoft.com/office/officeart/2005/8/layout/process1"/>
    <dgm:cxn modelId="{07EAD14A-2DD0-4CA4-A11D-806FBC05A18F}" type="presOf" srcId="{0E50E504-32FA-4A44-A50F-F12EB945BB1B}" destId="{23A4592D-DE0E-4E83-B062-FCEC9871DBBA}" srcOrd="0" destOrd="0" presId="urn:microsoft.com/office/officeart/2005/8/layout/process1"/>
    <dgm:cxn modelId="{C37276C5-711A-43CE-9844-C8441D65C550}" srcId="{6422BF10-BA32-4182-BF22-DF83245614C6}" destId="{9DCC7C9C-8DAF-4F50-A223-E58036233B45}" srcOrd="1" destOrd="0" parTransId="{45108821-B10C-48B1-8942-78C42B130B9F}" sibTransId="{634425BC-2D40-4A61-B5D1-69B8891AD9F4}"/>
    <dgm:cxn modelId="{9EC1EAD7-8722-4B47-BA15-C00E9AC72B31}" type="presOf" srcId="{634425BC-2D40-4A61-B5D1-69B8891AD9F4}" destId="{39708287-85C3-4239-96D0-C5EA33633E4A}" srcOrd="0" destOrd="0" presId="urn:microsoft.com/office/officeart/2005/8/layout/process1"/>
    <dgm:cxn modelId="{CD5B10DE-78F1-4D2D-8181-5C66D4B7C6F8}" type="presOf" srcId="{42458BD3-27A3-4FBC-9AAF-2EAEFA62CFF8}" destId="{6DBC7B2D-D049-4A46-90E5-0E9E1CD3EE0E}" srcOrd="0" destOrd="0" presId="urn:microsoft.com/office/officeart/2005/8/layout/process1"/>
    <dgm:cxn modelId="{C2EB72EA-E078-4C57-87C8-5112009311C5}" type="presOf" srcId="{6422BF10-BA32-4182-BF22-DF83245614C6}" destId="{8AF6D176-E112-4749-B61A-E0B688A48375}" srcOrd="0" destOrd="0" presId="urn:microsoft.com/office/officeart/2005/8/layout/process1"/>
    <dgm:cxn modelId="{7E38A5F4-B6EF-4AFE-9B41-5D183F5E49EE}" type="presOf" srcId="{634425BC-2D40-4A61-B5D1-69B8891AD9F4}" destId="{78C2E00D-9DF5-424B-8323-961EA34F561F}" srcOrd="1" destOrd="0" presId="urn:microsoft.com/office/officeart/2005/8/layout/process1"/>
    <dgm:cxn modelId="{F3D9B8C8-894B-4923-8605-B180049BFEDB}" type="presParOf" srcId="{8AF6D176-E112-4749-B61A-E0B688A48375}" destId="{23A4592D-DE0E-4E83-B062-FCEC9871DBBA}" srcOrd="0" destOrd="0" presId="urn:microsoft.com/office/officeart/2005/8/layout/process1"/>
    <dgm:cxn modelId="{ADC4BFA5-6E53-4A62-8A13-4A5E5F626861}" type="presParOf" srcId="{8AF6D176-E112-4749-B61A-E0B688A48375}" destId="{6DBC7B2D-D049-4A46-90E5-0E9E1CD3EE0E}" srcOrd="1" destOrd="0" presId="urn:microsoft.com/office/officeart/2005/8/layout/process1"/>
    <dgm:cxn modelId="{11D80488-5B08-42C6-994C-97D3D2B760F7}" type="presParOf" srcId="{6DBC7B2D-D049-4A46-90E5-0E9E1CD3EE0E}" destId="{3CB3BF49-07AE-45B5-9465-78B3B0199E03}" srcOrd="0" destOrd="0" presId="urn:microsoft.com/office/officeart/2005/8/layout/process1"/>
    <dgm:cxn modelId="{95F74DAF-2275-437F-86F3-2E2D0418423B}" type="presParOf" srcId="{8AF6D176-E112-4749-B61A-E0B688A48375}" destId="{70C6D3C0-523B-4607-BFD4-AC1FC570988B}" srcOrd="2" destOrd="0" presId="urn:microsoft.com/office/officeart/2005/8/layout/process1"/>
    <dgm:cxn modelId="{79732FFF-B84F-449D-B163-CACE143C5A3B}" type="presParOf" srcId="{8AF6D176-E112-4749-B61A-E0B688A48375}" destId="{39708287-85C3-4239-96D0-C5EA33633E4A}" srcOrd="3" destOrd="0" presId="urn:microsoft.com/office/officeart/2005/8/layout/process1"/>
    <dgm:cxn modelId="{48DA2898-4BF4-49E9-BE08-CFE68D90BD60}" type="presParOf" srcId="{39708287-85C3-4239-96D0-C5EA33633E4A}" destId="{78C2E00D-9DF5-424B-8323-961EA34F561F}" srcOrd="0" destOrd="0" presId="urn:microsoft.com/office/officeart/2005/8/layout/process1"/>
    <dgm:cxn modelId="{576C075B-8421-4F36-8E69-21950028C719}" type="presParOf" srcId="{8AF6D176-E112-4749-B61A-E0B688A48375}" destId="{7EEA4BBF-5375-46EC-9CF6-B165C591A3D2}"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3D18D-AB94-417F-9C57-B6FD212BE2EC}">
      <dsp:nvSpPr>
        <dsp:cNvPr id="0" name=""/>
        <dsp:cNvSpPr/>
      </dsp:nvSpPr>
      <dsp:spPr>
        <a:xfrm>
          <a:off x="0" y="0"/>
          <a:ext cx="11065397" cy="0"/>
        </a:xfrm>
        <a:prstGeom prst="line">
          <a:avLst/>
        </a:prstGeom>
        <a:solidFill>
          <a:schemeClr val="accent1">
            <a:alpha val="9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2B7C9A-F5D5-4859-B413-BD73201AA83D}">
      <dsp:nvSpPr>
        <dsp:cNvPr id="0" name=""/>
        <dsp:cNvSpPr/>
      </dsp:nvSpPr>
      <dsp:spPr>
        <a:xfrm>
          <a:off x="0" y="0"/>
          <a:ext cx="3650583" cy="5418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just" defTabSz="1244600" rtl="0">
            <a:lnSpc>
              <a:spcPct val="90000"/>
            </a:lnSpc>
            <a:spcBef>
              <a:spcPct val="0"/>
            </a:spcBef>
            <a:spcAft>
              <a:spcPct val="35000"/>
            </a:spcAft>
            <a:buNone/>
          </a:pPr>
          <a:r>
            <a:rPr lang="en-US" sz="2800" b="0" i="0" u="none" kern="1200" dirty="0"/>
            <a:t>We handle a wide variety of application development services including:</a:t>
          </a:r>
          <a:endParaRPr lang="en-US" sz="2800" kern="1200" dirty="0"/>
        </a:p>
      </dsp:txBody>
      <dsp:txXfrm>
        <a:off x="0" y="0"/>
        <a:ext cx="3650583" cy="5418667"/>
      </dsp:txXfrm>
    </dsp:sp>
    <dsp:sp modelId="{E2D04214-9919-4F86-A799-FAB9B1ACCA8E}">
      <dsp:nvSpPr>
        <dsp:cNvPr id="0" name=""/>
        <dsp:cNvSpPr/>
      </dsp:nvSpPr>
      <dsp:spPr>
        <a:xfrm>
          <a:off x="3789495" y="32047"/>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dirty="0"/>
            <a:t>Custom software development</a:t>
          </a:r>
          <a:endParaRPr lang="en-US" sz="2900" b="0" kern="1200" dirty="0"/>
        </a:p>
      </dsp:txBody>
      <dsp:txXfrm>
        <a:off x="3789495" y="32047"/>
        <a:ext cx="7269717" cy="640953"/>
      </dsp:txXfrm>
    </dsp:sp>
    <dsp:sp modelId="{4D1D6B06-135F-4B41-BE7D-0D286C40888B}">
      <dsp:nvSpPr>
        <dsp:cNvPr id="0" name=""/>
        <dsp:cNvSpPr/>
      </dsp:nvSpPr>
      <dsp:spPr>
        <a:xfrm>
          <a:off x="3650583" y="673000"/>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95AE06-00D0-467A-ABE8-3D0A58C9AE9B}">
      <dsp:nvSpPr>
        <dsp:cNvPr id="0" name=""/>
        <dsp:cNvSpPr/>
      </dsp:nvSpPr>
      <dsp:spPr>
        <a:xfrm>
          <a:off x="3789495" y="705048"/>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dirty="0"/>
            <a:t>Product Engineering</a:t>
          </a:r>
          <a:endParaRPr lang="en-US" sz="2900" b="0" kern="1200" dirty="0"/>
        </a:p>
      </dsp:txBody>
      <dsp:txXfrm>
        <a:off x="3789495" y="705048"/>
        <a:ext cx="7269717" cy="640953"/>
      </dsp:txXfrm>
    </dsp:sp>
    <dsp:sp modelId="{EC92779E-C675-448F-8E2E-8CAC20717033}">
      <dsp:nvSpPr>
        <dsp:cNvPr id="0" name=""/>
        <dsp:cNvSpPr/>
      </dsp:nvSpPr>
      <dsp:spPr>
        <a:xfrm>
          <a:off x="3650583" y="1346001"/>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6C1090-D9BF-4915-90C8-600D86034F2E}">
      <dsp:nvSpPr>
        <dsp:cNvPr id="0" name=""/>
        <dsp:cNvSpPr/>
      </dsp:nvSpPr>
      <dsp:spPr>
        <a:xfrm>
          <a:off x="3789495" y="1378049"/>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dirty="0"/>
            <a:t>Mobile Application Development</a:t>
          </a:r>
          <a:endParaRPr lang="en-US" sz="2900" b="0" kern="1200" dirty="0"/>
        </a:p>
      </dsp:txBody>
      <dsp:txXfrm>
        <a:off x="3789495" y="1378049"/>
        <a:ext cx="7269717" cy="640953"/>
      </dsp:txXfrm>
    </dsp:sp>
    <dsp:sp modelId="{B32F61F9-C652-416F-984C-1F15E44FA6CD}">
      <dsp:nvSpPr>
        <dsp:cNvPr id="0" name=""/>
        <dsp:cNvSpPr/>
      </dsp:nvSpPr>
      <dsp:spPr>
        <a:xfrm>
          <a:off x="3650583" y="2019002"/>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130554-399B-45E8-8016-29B08ECE487B}">
      <dsp:nvSpPr>
        <dsp:cNvPr id="0" name=""/>
        <dsp:cNvSpPr/>
      </dsp:nvSpPr>
      <dsp:spPr>
        <a:xfrm>
          <a:off x="3789495" y="2051050"/>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dirty="0"/>
            <a:t>SaaS Development</a:t>
          </a:r>
          <a:endParaRPr lang="en-US" sz="2900" b="0" kern="1200" dirty="0"/>
        </a:p>
      </dsp:txBody>
      <dsp:txXfrm>
        <a:off x="3789495" y="2051050"/>
        <a:ext cx="7269717" cy="640953"/>
      </dsp:txXfrm>
    </dsp:sp>
    <dsp:sp modelId="{323F1222-F7C1-4CE4-B858-68B2155B0157}">
      <dsp:nvSpPr>
        <dsp:cNvPr id="0" name=""/>
        <dsp:cNvSpPr/>
      </dsp:nvSpPr>
      <dsp:spPr>
        <a:xfrm>
          <a:off x="3650583" y="2692003"/>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9EE1FBB-A06D-4451-8EE3-7E89032BA217}">
      <dsp:nvSpPr>
        <dsp:cNvPr id="0" name=""/>
        <dsp:cNvSpPr/>
      </dsp:nvSpPr>
      <dsp:spPr>
        <a:xfrm>
          <a:off x="3789495" y="2724050"/>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dirty="0"/>
            <a:t>Digital Transformation</a:t>
          </a:r>
          <a:endParaRPr lang="en-US" sz="2900" b="0" kern="1200" dirty="0"/>
        </a:p>
      </dsp:txBody>
      <dsp:txXfrm>
        <a:off x="3789495" y="2724050"/>
        <a:ext cx="7269717" cy="640953"/>
      </dsp:txXfrm>
    </dsp:sp>
    <dsp:sp modelId="{EA643980-0F4A-49D7-99D7-637CC6BA0CFB}">
      <dsp:nvSpPr>
        <dsp:cNvPr id="0" name=""/>
        <dsp:cNvSpPr/>
      </dsp:nvSpPr>
      <dsp:spPr>
        <a:xfrm>
          <a:off x="3650583" y="3365004"/>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93E1324-B028-4AD6-9E59-DF3E47928165}">
      <dsp:nvSpPr>
        <dsp:cNvPr id="0" name=""/>
        <dsp:cNvSpPr/>
      </dsp:nvSpPr>
      <dsp:spPr>
        <a:xfrm>
          <a:off x="3789495" y="3397051"/>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dirty="0"/>
            <a:t>Application Outsourcing</a:t>
          </a:r>
          <a:endParaRPr lang="en-US" sz="2900" b="0" kern="1200" dirty="0"/>
        </a:p>
      </dsp:txBody>
      <dsp:txXfrm>
        <a:off x="3789495" y="3397051"/>
        <a:ext cx="7269717" cy="640953"/>
      </dsp:txXfrm>
    </dsp:sp>
    <dsp:sp modelId="{330A4C4F-05D7-47DB-9C48-47A456F531FD}">
      <dsp:nvSpPr>
        <dsp:cNvPr id="0" name=""/>
        <dsp:cNvSpPr/>
      </dsp:nvSpPr>
      <dsp:spPr>
        <a:xfrm>
          <a:off x="3650583" y="4038004"/>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4E9363-20AB-473E-84C9-151EA65884A6}">
      <dsp:nvSpPr>
        <dsp:cNvPr id="0" name=""/>
        <dsp:cNvSpPr/>
      </dsp:nvSpPr>
      <dsp:spPr>
        <a:xfrm>
          <a:off x="3789495" y="4070052"/>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dirty="0"/>
            <a:t>Content Creating</a:t>
          </a:r>
          <a:endParaRPr lang="en-US" sz="2900" b="0" kern="1200" dirty="0"/>
        </a:p>
      </dsp:txBody>
      <dsp:txXfrm>
        <a:off x="3789495" y="4070052"/>
        <a:ext cx="7269717" cy="640953"/>
      </dsp:txXfrm>
    </dsp:sp>
    <dsp:sp modelId="{732E8E5D-C45D-4BE3-9D62-0B05E4E83091}">
      <dsp:nvSpPr>
        <dsp:cNvPr id="0" name=""/>
        <dsp:cNvSpPr/>
      </dsp:nvSpPr>
      <dsp:spPr>
        <a:xfrm>
          <a:off x="3650583" y="4711005"/>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F3F1B6-38A6-4138-8F20-1E032C4A64B9}">
      <dsp:nvSpPr>
        <dsp:cNvPr id="0" name=""/>
        <dsp:cNvSpPr/>
      </dsp:nvSpPr>
      <dsp:spPr>
        <a:xfrm>
          <a:off x="3789495" y="4743053"/>
          <a:ext cx="7269717" cy="640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rtl="0">
            <a:lnSpc>
              <a:spcPct val="90000"/>
            </a:lnSpc>
            <a:spcBef>
              <a:spcPct val="0"/>
            </a:spcBef>
            <a:spcAft>
              <a:spcPct val="35000"/>
            </a:spcAft>
            <a:buNone/>
          </a:pPr>
          <a:r>
            <a:rPr lang="en-US" sz="2900" b="0" i="0" u="none" kern="1200"/>
            <a:t>Portal Development</a:t>
          </a:r>
          <a:endParaRPr lang="en-US" sz="2900" b="0" kern="1200"/>
        </a:p>
      </dsp:txBody>
      <dsp:txXfrm>
        <a:off x="3789495" y="4743053"/>
        <a:ext cx="7269717" cy="640953"/>
      </dsp:txXfrm>
    </dsp:sp>
    <dsp:sp modelId="{D3143886-F992-493D-B742-C05DAF5AA845}">
      <dsp:nvSpPr>
        <dsp:cNvPr id="0" name=""/>
        <dsp:cNvSpPr/>
      </dsp:nvSpPr>
      <dsp:spPr>
        <a:xfrm>
          <a:off x="3650583" y="5384006"/>
          <a:ext cx="740862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4763E-8D59-4A81-A1F2-69027FB1FBE0}">
      <dsp:nvSpPr>
        <dsp:cNvPr id="0" name=""/>
        <dsp:cNvSpPr/>
      </dsp:nvSpPr>
      <dsp:spPr>
        <a:xfrm rot="16200000">
          <a:off x="-611451" y="617590"/>
          <a:ext cx="3389347" cy="2154165"/>
        </a:xfrm>
        <a:prstGeom prst="flowChartManualOperation">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062" bIns="0" numCol="1" spcCol="1270" anchor="t" anchorCtr="0">
          <a:noAutofit/>
        </a:bodyPr>
        <a:lstStyle/>
        <a:p>
          <a:pPr marL="0" lvl="0" indent="0" algn="l" defTabSz="889000" rtl="0">
            <a:lnSpc>
              <a:spcPct val="90000"/>
            </a:lnSpc>
            <a:spcBef>
              <a:spcPct val="0"/>
            </a:spcBef>
            <a:spcAft>
              <a:spcPct val="35000"/>
            </a:spcAft>
            <a:buNone/>
          </a:pPr>
          <a:r>
            <a:rPr lang="en-US" sz="2000" b="1" i="0" u="none" kern="1200" dirty="0"/>
            <a:t>Application Services:</a:t>
          </a:r>
          <a:endParaRPr lang="en-US" sz="2000" kern="1200" dirty="0"/>
        </a:p>
        <a:p>
          <a:pPr marL="171450" lvl="1" indent="-171450" algn="l" defTabSz="711200" rtl="0">
            <a:lnSpc>
              <a:spcPct val="90000"/>
            </a:lnSpc>
            <a:spcBef>
              <a:spcPct val="0"/>
            </a:spcBef>
            <a:spcAft>
              <a:spcPct val="15000"/>
            </a:spcAft>
            <a:buChar char="•"/>
          </a:pPr>
          <a:r>
            <a:rPr lang="en-US" sz="1600" b="0" i="0" u="none" kern="1200" dirty="0"/>
            <a:t>Application Development</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Mobility Solutions</a:t>
          </a:r>
          <a:endParaRPr lang="en-US" sz="1600" b="0" kern="1200" dirty="0"/>
        </a:p>
      </dsp:txBody>
      <dsp:txXfrm rot="5400000">
        <a:off x="6140" y="677868"/>
        <a:ext cx="2154165" cy="2033609"/>
      </dsp:txXfrm>
    </dsp:sp>
    <dsp:sp modelId="{6DA8DA6B-C10E-45C3-9957-F0B69AE11D78}">
      <dsp:nvSpPr>
        <dsp:cNvPr id="0" name=""/>
        <dsp:cNvSpPr/>
      </dsp:nvSpPr>
      <dsp:spPr>
        <a:xfrm rot="16200000">
          <a:off x="1704276" y="617590"/>
          <a:ext cx="3389347" cy="2154165"/>
        </a:xfrm>
        <a:prstGeom prst="flowChartManualOperation">
          <a:avLst/>
        </a:prstGeom>
        <a:solidFill>
          <a:schemeClr val="accent1">
            <a:alpha val="90000"/>
            <a:hueOff val="0"/>
            <a:satOff val="0"/>
            <a:lumOff val="0"/>
            <a:alphaOff val="-1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062" bIns="0" numCol="1" spcCol="1270" anchor="t" anchorCtr="0">
          <a:noAutofit/>
        </a:bodyPr>
        <a:lstStyle/>
        <a:p>
          <a:pPr marL="0" lvl="0" indent="0" algn="l" defTabSz="889000" rtl="0">
            <a:lnSpc>
              <a:spcPct val="90000"/>
            </a:lnSpc>
            <a:spcBef>
              <a:spcPct val="0"/>
            </a:spcBef>
            <a:spcAft>
              <a:spcPct val="35000"/>
            </a:spcAft>
            <a:buNone/>
          </a:pPr>
          <a:r>
            <a:rPr lang="en-US" sz="2000" b="1" i="0" u="none" kern="1200" dirty="0"/>
            <a:t>Digital &amp; Transformational Solutions:</a:t>
          </a:r>
          <a:endParaRPr lang="en-US" sz="2000" b="0" kern="1200" dirty="0"/>
        </a:p>
        <a:p>
          <a:pPr marL="171450" lvl="1" indent="-171450" algn="l" defTabSz="711200" rtl="0">
            <a:lnSpc>
              <a:spcPct val="90000"/>
            </a:lnSpc>
            <a:spcBef>
              <a:spcPct val="0"/>
            </a:spcBef>
            <a:spcAft>
              <a:spcPct val="15000"/>
            </a:spcAft>
            <a:buChar char="•"/>
          </a:pPr>
          <a:r>
            <a:rPr lang="en-US" sz="1600" b="0" i="0" u="none" kern="1200" dirty="0"/>
            <a:t>Cloud Services</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Digital Workplace</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Digital Marketing</a:t>
          </a:r>
          <a:endParaRPr lang="en-US" sz="1600" b="0" kern="1200" dirty="0"/>
        </a:p>
      </dsp:txBody>
      <dsp:txXfrm rot="5400000">
        <a:off x="2321867" y="677868"/>
        <a:ext cx="2154165" cy="2033609"/>
      </dsp:txXfrm>
    </dsp:sp>
    <dsp:sp modelId="{141D2E73-9E55-44F1-B59C-DE3B70305E27}">
      <dsp:nvSpPr>
        <dsp:cNvPr id="0" name=""/>
        <dsp:cNvSpPr/>
      </dsp:nvSpPr>
      <dsp:spPr>
        <a:xfrm rot="16200000">
          <a:off x="4020004" y="617590"/>
          <a:ext cx="3389347" cy="2154165"/>
        </a:xfrm>
        <a:prstGeom prst="flowChartManualOperation">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062" bIns="0" numCol="1" spcCol="1270" anchor="t" anchorCtr="0">
          <a:noAutofit/>
        </a:bodyPr>
        <a:lstStyle/>
        <a:p>
          <a:pPr marL="0" lvl="0" indent="0" algn="l" defTabSz="889000" rtl="0">
            <a:lnSpc>
              <a:spcPct val="90000"/>
            </a:lnSpc>
            <a:spcBef>
              <a:spcPct val="0"/>
            </a:spcBef>
            <a:spcAft>
              <a:spcPct val="35000"/>
            </a:spcAft>
            <a:buNone/>
          </a:pPr>
          <a:r>
            <a:rPr lang="en-US" sz="2000" b="1" i="0" u="none" kern="1200" dirty="0"/>
            <a:t>Technology Solutions:</a:t>
          </a:r>
          <a:endParaRPr lang="en-US" sz="2000" b="0" kern="1200" dirty="0"/>
        </a:p>
        <a:p>
          <a:pPr marL="171450" lvl="1" indent="-171450" algn="l" defTabSz="711200" rtl="0">
            <a:lnSpc>
              <a:spcPct val="90000"/>
            </a:lnSpc>
            <a:spcBef>
              <a:spcPct val="0"/>
            </a:spcBef>
            <a:spcAft>
              <a:spcPct val="15000"/>
            </a:spcAft>
            <a:buChar char="•"/>
          </a:pPr>
          <a:r>
            <a:rPr lang="en-US" sz="1600" b="0" i="0" u="none" kern="1200" dirty="0"/>
            <a:t>Product Engineering</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Digital Asset Management</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Content Management</a:t>
          </a:r>
          <a:endParaRPr lang="en-US" sz="1600" b="0" kern="1200" dirty="0"/>
        </a:p>
      </dsp:txBody>
      <dsp:txXfrm rot="5400000">
        <a:off x="4637595" y="677868"/>
        <a:ext cx="2154165" cy="2033609"/>
      </dsp:txXfrm>
    </dsp:sp>
    <dsp:sp modelId="{87C5AA50-5540-4799-B0C7-70DA21BED14F}">
      <dsp:nvSpPr>
        <dsp:cNvPr id="0" name=""/>
        <dsp:cNvSpPr/>
      </dsp:nvSpPr>
      <dsp:spPr>
        <a:xfrm rot="16200000">
          <a:off x="6335733" y="617590"/>
          <a:ext cx="3389347" cy="2154165"/>
        </a:xfrm>
        <a:prstGeom prst="flowChartManualOperation">
          <a:avLst/>
        </a:prstGeom>
        <a:solidFill>
          <a:schemeClr val="accent1">
            <a:alpha val="90000"/>
            <a:hueOff val="0"/>
            <a:satOff val="0"/>
            <a:lumOff val="0"/>
            <a:alphaOff val="-3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062" bIns="0" numCol="1" spcCol="1270" anchor="t" anchorCtr="0">
          <a:noAutofit/>
        </a:bodyPr>
        <a:lstStyle/>
        <a:p>
          <a:pPr marL="0" lvl="0" indent="0" algn="l" defTabSz="889000" rtl="0">
            <a:lnSpc>
              <a:spcPct val="90000"/>
            </a:lnSpc>
            <a:spcBef>
              <a:spcPct val="0"/>
            </a:spcBef>
            <a:spcAft>
              <a:spcPct val="35000"/>
            </a:spcAft>
            <a:buNone/>
          </a:pPr>
          <a:r>
            <a:rPr lang="en-US" sz="2000" b="1" i="0" u="none" kern="1200" dirty="0"/>
            <a:t>Software Services:</a:t>
          </a:r>
          <a:endParaRPr lang="en-US" sz="2000" b="0" kern="1200" dirty="0"/>
        </a:p>
        <a:p>
          <a:pPr marL="171450" lvl="1" indent="-171450" algn="l" defTabSz="711200" rtl="0">
            <a:lnSpc>
              <a:spcPct val="90000"/>
            </a:lnSpc>
            <a:spcBef>
              <a:spcPct val="0"/>
            </a:spcBef>
            <a:spcAft>
              <a:spcPct val="15000"/>
            </a:spcAft>
            <a:buChar char="•"/>
          </a:pPr>
          <a:r>
            <a:rPr lang="en-US" sz="1600" b="0" i="0" u="none" kern="1200" dirty="0"/>
            <a:t>Custom Development</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Software Outsourcing</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Staffing Services</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Agile Development</a:t>
          </a:r>
          <a:endParaRPr lang="en-US" sz="1600" b="0" kern="1200" dirty="0"/>
        </a:p>
      </dsp:txBody>
      <dsp:txXfrm rot="5400000">
        <a:off x="6953324" y="677868"/>
        <a:ext cx="2154165" cy="2033609"/>
      </dsp:txXfrm>
    </dsp:sp>
    <dsp:sp modelId="{566297B2-C44C-4D76-A4DD-2FF051BF07B8}">
      <dsp:nvSpPr>
        <dsp:cNvPr id="0" name=""/>
        <dsp:cNvSpPr/>
      </dsp:nvSpPr>
      <dsp:spPr>
        <a:xfrm rot="16200000">
          <a:off x="8651461" y="617590"/>
          <a:ext cx="3389347" cy="2154165"/>
        </a:xfrm>
        <a:prstGeom prst="flowChartManualOperation">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062" bIns="0" numCol="1" spcCol="1270" anchor="t" anchorCtr="0">
          <a:noAutofit/>
        </a:bodyPr>
        <a:lstStyle/>
        <a:p>
          <a:pPr marL="0" lvl="0" indent="0" algn="l" defTabSz="889000" rtl="0">
            <a:lnSpc>
              <a:spcPct val="90000"/>
            </a:lnSpc>
            <a:spcBef>
              <a:spcPct val="0"/>
            </a:spcBef>
            <a:spcAft>
              <a:spcPct val="35000"/>
            </a:spcAft>
            <a:buNone/>
          </a:pPr>
          <a:r>
            <a:rPr lang="en-US" sz="2000" b="1" i="0" u="none" kern="1200" dirty="0"/>
            <a:t>UI &amp; UX:</a:t>
          </a:r>
          <a:endParaRPr lang="en-US" sz="2000" b="0" kern="1200" dirty="0"/>
        </a:p>
        <a:p>
          <a:pPr marL="171450" lvl="1" indent="-171450" algn="l" defTabSz="711200" rtl="0">
            <a:lnSpc>
              <a:spcPct val="90000"/>
            </a:lnSpc>
            <a:spcBef>
              <a:spcPct val="0"/>
            </a:spcBef>
            <a:spcAft>
              <a:spcPct val="15000"/>
            </a:spcAft>
            <a:buChar char="•"/>
          </a:pPr>
          <a:r>
            <a:rPr lang="en-US" sz="1600" b="0" i="0" u="none" kern="1200" dirty="0"/>
            <a:t>Experience Design</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User Interface Design</a:t>
          </a:r>
          <a:endParaRPr lang="en-US" sz="1600" b="0" kern="1200" dirty="0"/>
        </a:p>
        <a:p>
          <a:pPr marL="171450" lvl="1" indent="-171450" algn="l" defTabSz="711200" rtl="0">
            <a:lnSpc>
              <a:spcPct val="90000"/>
            </a:lnSpc>
            <a:spcBef>
              <a:spcPct val="0"/>
            </a:spcBef>
            <a:spcAft>
              <a:spcPct val="15000"/>
            </a:spcAft>
            <a:buChar char="•"/>
          </a:pPr>
          <a:r>
            <a:rPr lang="en-US" sz="1600" b="0" i="0" u="none" kern="1200" dirty="0"/>
            <a:t>Web Development</a:t>
          </a:r>
          <a:endParaRPr lang="en-US" sz="1600" b="0" kern="1200" dirty="0"/>
        </a:p>
      </dsp:txBody>
      <dsp:txXfrm rot="5400000">
        <a:off x="9269052" y="677868"/>
        <a:ext cx="2154165" cy="20336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4592D-DE0E-4E83-B062-FCEC9871DBBA}">
      <dsp:nvSpPr>
        <dsp:cNvPr id="0" name=""/>
        <dsp:cNvSpPr/>
      </dsp:nvSpPr>
      <dsp:spPr>
        <a:xfrm>
          <a:off x="7143" y="0"/>
          <a:ext cx="2135187" cy="39247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i="0" kern="1200"/>
            <a:t>Efficiency</a:t>
          </a:r>
          <a:endParaRPr lang="en-US" sz="1700" kern="1200"/>
        </a:p>
      </dsp:txBody>
      <dsp:txXfrm>
        <a:off x="18638" y="11495"/>
        <a:ext cx="2112197" cy="369481"/>
      </dsp:txXfrm>
    </dsp:sp>
    <dsp:sp modelId="{6DBC7B2D-D049-4A46-90E5-0E9E1CD3EE0E}">
      <dsp:nvSpPr>
        <dsp:cNvPr id="0" name=""/>
        <dsp:cNvSpPr/>
      </dsp:nvSpPr>
      <dsp:spPr>
        <a:xfrm>
          <a:off x="2355850" y="0"/>
          <a:ext cx="452659" cy="3924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355850" y="78494"/>
        <a:ext cx="334918" cy="235483"/>
      </dsp:txXfrm>
    </dsp:sp>
    <dsp:sp modelId="{70C6D3C0-523B-4607-BFD4-AC1FC570988B}">
      <dsp:nvSpPr>
        <dsp:cNvPr id="0" name=""/>
        <dsp:cNvSpPr/>
      </dsp:nvSpPr>
      <dsp:spPr>
        <a:xfrm>
          <a:off x="2996406" y="0"/>
          <a:ext cx="2135187" cy="39247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i="0" kern="1200" dirty="0"/>
            <a:t>Accuracy</a:t>
          </a:r>
          <a:endParaRPr lang="en-US" sz="1700" kern="1200" dirty="0"/>
        </a:p>
      </dsp:txBody>
      <dsp:txXfrm>
        <a:off x="3007901" y="11495"/>
        <a:ext cx="2112197" cy="369481"/>
      </dsp:txXfrm>
    </dsp:sp>
    <dsp:sp modelId="{39708287-85C3-4239-96D0-C5EA33633E4A}">
      <dsp:nvSpPr>
        <dsp:cNvPr id="0" name=""/>
        <dsp:cNvSpPr/>
      </dsp:nvSpPr>
      <dsp:spPr>
        <a:xfrm>
          <a:off x="5345112" y="0"/>
          <a:ext cx="452659" cy="39247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345112" y="78494"/>
        <a:ext cx="334918" cy="235483"/>
      </dsp:txXfrm>
    </dsp:sp>
    <dsp:sp modelId="{7EEA4BBF-5375-46EC-9CF6-B165C591A3D2}">
      <dsp:nvSpPr>
        <dsp:cNvPr id="0" name=""/>
        <dsp:cNvSpPr/>
      </dsp:nvSpPr>
      <dsp:spPr>
        <a:xfrm>
          <a:off x="5985668" y="0"/>
          <a:ext cx="2135187" cy="39247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i="0" kern="1200" dirty="0"/>
            <a:t>Convenience</a:t>
          </a:r>
          <a:endParaRPr lang="en-US" sz="1700" kern="1200" dirty="0"/>
        </a:p>
      </dsp:txBody>
      <dsp:txXfrm>
        <a:off x="5997163" y="11495"/>
        <a:ext cx="2112197" cy="36948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018837-64B5-4E20-83A5-89B993CB3C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9C2A4FB-A56B-4413-A08B-0E9894B98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48B25D-8766-427E-8C9E-4845048D8DFC}" type="datetimeFigureOut">
              <a:rPr lang="en-US" smtClean="0"/>
              <a:t>5/7/2026</a:t>
            </a:fld>
            <a:endParaRPr lang="en-US" dirty="0"/>
          </a:p>
        </p:txBody>
      </p:sp>
      <p:sp>
        <p:nvSpPr>
          <p:cNvPr id="4" name="Footer Placeholder 3">
            <a:extLst>
              <a:ext uri="{FF2B5EF4-FFF2-40B4-BE49-F238E27FC236}">
                <a16:creationId xmlns:a16="http://schemas.microsoft.com/office/drawing/2014/main" id="{A3977F36-950D-4655-BC4A-F80BE1DBF7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6C246FD-229D-4B04-9855-212AD8D784A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A8A28B-0568-4092-BB1A-13C9B073E3A0}" type="slidenum">
              <a:rPr lang="en-US" smtClean="0"/>
              <a:t>‹#›</a:t>
            </a:fld>
            <a:endParaRPr lang="en-US" dirty="0"/>
          </a:p>
        </p:txBody>
      </p:sp>
    </p:spTree>
    <p:extLst>
      <p:ext uri="{BB962C8B-B14F-4D97-AF65-F5344CB8AC3E}">
        <p14:creationId xmlns:p14="http://schemas.microsoft.com/office/powerpoint/2010/main" val="164052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6F439B-391B-4B41-826A-951FCF412C34}" type="datetimeFigureOut">
              <a:rPr lang="en-US" smtClean="0"/>
              <a:t>5/7/2026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FA0038-7055-434C-B6C4-B8C69565C600}" type="slidenum">
              <a:rPr lang="en-US" smtClean="0"/>
              <a:t>‹#›</a:t>
            </a:fld>
            <a:endParaRPr lang="en-US" dirty="0"/>
          </a:p>
        </p:txBody>
      </p:sp>
    </p:spTree>
    <p:extLst>
      <p:ext uri="{BB962C8B-B14F-4D97-AF65-F5344CB8AC3E}">
        <p14:creationId xmlns:p14="http://schemas.microsoft.com/office/powerpoint/2010/main" val="1390864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0" y="4288"/>
            <a:ext cx="12192000" cy="4618512"/>
          </a:xfrm>
          <a:solidFill>
            <a:schemeClr val="bg1">
              <a:lumMod val="95000"/>
            </a:schemeClr>
          </a:solidFill>
        </p:spPr>
        <p:txBody>
          <a:bodyPr/>
          <a:lstStyle/>
          <a:p>
            <a:r>
              <a:rPr lang="en-US"/>
              <a:t>Click icon to add picture</a:t>
            </a:r>
            <a:endParaRPr lang="en-US" dirty="0"/>
          </a:p>
        </p:txBody>
      </p:sp>
      <p:sp>
        <p:nvSpPr>
          <p:cNvPr id="2" name="Rectangle 1">
            <a:extLst>
              <a:ext uri="{FF2B5EF4-FFF2-40B4-BE49-F238E27FC236}">
                <a16:creationId xmlns:a16="http://schemas.microsoft.com/office/drawing/2014/main" id="{BB940F57-02B1-4B56-8BA7-24557BFCBB01}"/>
              </a:ext>
            </a:extLst>
          </p:cNvPr>
          <p:cNvSpPr/>
          <p:nvPr userDrawn="1"/>
        </p:nvSpPr>
        <p:spPr>
          <a:xfrm>
            <a:off x="0" y="4622800"/>
            <a:ext cx="12192000" cy="22309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199" y="5037721"/>
            <a:ext cx="9575801" cy="891250"/>
          </a:xfrm>
        </p:spPr>
        <p:txBody>
          <a:bodyPr anchor="t">
            <a:noAutofit/>
          </a:bodyPr>
          <a:lstStyle>
            <a:lvl1pPr>
              <a:defRPr sz="500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6125744"/>
            <a:ext cx="9575800"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5" name="Shape 62" title="Decorative">
            <a:extLst>
              <a:ext uri="{FF2B5EF4-FFF2-40B4-BE49-F238E27FC236}">
                <a16:creationId xmlns:a16="http://schemas.microsoft.com/office/drawing/2014/main" id="{E1A23DB6-E067-4A30-8C4B-98B452428518}"/>
              </a:ext>
            </a:extLst>
          </p:cNvPr>
          <p:cNvSpPr/>
          <p:nvPr userDrawn="1"/>
        </p:nvSpPr>
        <p:spPr>
          <a:xfrm rot="16200000" flipV="1">
            <a:off x="2079137" y="4855144"/>
            <a:ext cx="0"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39946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with Image">
    <p:spTree>
      <p:nvGrpSpPr>
        <p:cNvPr id="1" name=""/>
        <p:cNvGrpSpPr/>
        <p:nvPr/>
      </p:nvGrpSpPr>
      <p:grpSpPr>
        <a:xfrm>
          <a:off x="0" y="0"/>
          <a:ext cx="0" cy="0"/>
          <a:chOff x="0" y="0"/>
          <a:chExt cx="0" cy="0"/>
        </a:xfrm>
      </p:grpSpPr>
      <p:sp>
        <p:nvSpPr>
          <p:cNvPr id="7"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0" y="4288"/>
            <a:ext cx="12192000" cy="6853712"/>
          </a:xfrm>
          <a:solidFill>
            <a:schemeClr val="bg1">
              <a:lumMod val="95000"/>
            </a:schemeClr>
          </a:solidFill>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199" y="2002421"/>
            <a:ext cx="7252505" cy="891250"/>
          </a:xfrm>
        </p:spPr>
        <p:txBody>
          <a:bodyPr anchor="t">
            <a:noAutofit/>
          </a:bodyPr>
          <a:lstStyle>
            <a:lvl1pPr>
              <a:defRPr sz="5000" b="1">
                <a:solidFill>
                  <a:schemeClr val="bg1"/>
                </a:solidFill>
                <a:latin typeface="+mj-lt"/>
              </a:defRPr>
            </a:lvl1pPr>
          </a:lstStyle>
          <a:p>
            <a:r>
              <a:rPr lang="en-US" dirty="0"/>
              <a:t>THANK YOU</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3090444"/>
            <a:ext cx="7252504"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WWW.WEBSITENAME.COM</a:t>
            </a:r>
          </a:p>
        </p:txBody>
      </p:sp>
      <p:sp>
        <p:nvSpPr>
          <p:cNvPr id="5" name="Shape 62" title="Decorative">
            <a:extLst>
              <a:ext uri="{FF2B5EF4-FFF2-40B4-BE49-F238E27FC236}">
                <a16:creationId xmlns:a16="http://schemas.microsoft.com/office/drawing/2014/main" id="{E1A23DB6-E067-4A30-8C4B-98B452428518}"/>
              </a:ext>
            </a:extLst>
          </p:cNvPr>
          <p:cNvSpPr/>
          <p:nvPr userDrawn="1"/>
        </p:nvSpPr>
        <p:spPr>
          <a:xfrm rot="16200000" flipV="1">
            <a:off x="1918496" y="1819845"/>
            <a:ext cx="1"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3604762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ith Image">
    <p:bg>
      <p:bgPr>
        <a:solidFill>
          <a:schemeClr val="accent1"/>
        </a:solidFill>
        <a:effectLst/>
      </p:bgPr>
    </p:bg>
    <p:spTree>
      <p:nvGrpSpPr>
        <p:cNvPr id="1" name=""/>
        <p:cNvGrpSpPr/>
        <p:nvPr/>
      </p:nvGrpSpPr>
      <p:grpSpPr>
        <a:xfrm>
          <a:off x="0" y="0"/>
          <a:ext cx="0" cy="0"/>
          <a:chOff x="0" y="0"/>
          <a:chExt cx="0" cy="0"/>
        </a:xfrm>
      </p:grpSpPr>
      <p:sp>
        <p:nvSpPr>
          <p:cNvPr id="7"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5295899" y="4288"/>
            <a:ext cx="6896100" cy="6853712"/>
          </a:xfrm>
          <a:solidFill>
            <a:schemeClr val="bg1">
              <a:lumMod val="95000"/>
            </a:schemeClr>
          </a:solidFill>
        </p:spPr>
        <p:txBody>
          <a:bodyPr/>
          <a:lstStyle/>
          <a:p>
            <a:r>
              <a:rPr lang="en-US"/>
              <a:t>Click icon to add picture</a:t>
            </a:r>
            <a:endParaRPr lang="en-US" dirty="0"/>
          </a:p>
        </p:txBody>
      </p:sp>
      <p:sp>
        <p:nvSpPr>
          <p:cNvPr id="9" name="Rectangle 8">
            <a:extLst>
              <a:ext uri="{FF2B5EF4-FFF2-40B4-BE49-F238E27FC236}">
                <a16:creationId xmlns:a16="http://schemas.microsoft.com/office/drawing/2014/main" id="{38CBA09E-664D-42AC-81A8-E6756A655750}"/>
              </a:ext>
            </a:extLst>
          </p:cNvPr>
          <p:cNvSpPr/>
          <p:nvPr userDrawn="1"/>
        </p:nvSpPr>
        <p:spPr>
          <a:xfrm>
            <a:off x="0" y="1539433"/>
            <a:ext cx="8866207" cy="53185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title="Decorative"/>
          <p:cNvSpPr/>
          <p:nvPr userDrawn="1"/>
        </p:nvSpPr>
        <p:spPr>
          <a:xfrm>
            <a:off x="0" y="0"/>
            <a:ext cx="5295899" cy="6858000"/>
          </a:xfrm>
          <a:prstGeom prst="rect">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798690" y="2040520"/>
            <a:ext cx="4120444" cy="1818655"/>
          </a:xfrm>
        </p:spPr>
        <p:txBody>
          <a:bodyPr anchor="b">
            <a:noAutofit/>
          </a:bodyPr>
          <a:lstStyle>
            <a:lvl1pPr algn="l">
              <a:defRPr sz="5000" b="1">
                <a:solidFill>
                  <a:schemeClr val="bg1"/>
                </a:solidFill>
                <a:latin typeface="+mj-lt"/>
              </a:defRPr>
            </a:lvl1pPr>
          </a:lstStyle>
          <a:p>
            <a:r>
              <a:rPr lang="en-US" dirty="0"/>
              <a:t>CLICK TO ADD TITLE</a:t>
            </a:r>
          </a:p>
        </p:txBody>
      </p:sp>
      <p:sp>
        <p:nvSpPr>
          <p:cNvPr id="10" name="Text Placeholder 12">
            <a:extLst>
              <a:ext uri="{FF2B5EF4-FFF2-40B4-BE49-F238E27FC236}">
                <a16:creationId xmlns:a16="http://schemas.microsoft.com/office/drawing/2014/main" id="{1221857D-ECFA-4D4D-91DF-E36500791501}"/>
              </a:ext>
            </a:extLst>
          </p:cNvPr>
          <p:cNvSpPr>
            <a:spLocks noGrp="1"/>
          </p:cNvSpPr>
          <p:nvPr>
            <p:ph type="body" sz="quarter" idx="15" hasCustomPrompt="1"/>
          </p:nvPr>
        </p:nvSpPr>
        <p:spPr>
          <a:xfrm>
            <a:off x="798690" y="4031658"/>
            <a:ext cx="4120443" cy="338549"/>
          </a:xfrm>
        </p:spPr>
        <p:txBody>
          <a:bodyPr>
            <a:normAutofit/>
          </a:bodyPr>
          <a:lstStyle>
            <a:lvl1pPr marL="0" indent="0" algn="l">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11" name="Shape 62" title="Decorative">
            <a:extLst>
              <a:ext uri="{FF2B5EF4-FFF2-40B4-BE49-F238E27FC236}">
                <a16:creationId xmlns:a16="http://schemas.microsoft.com/office/drawing/2014/main" id="{E1A23DB6-E067-4A30-8C4B-98B452428518}"/>
              </a:ext>
            </a:extLst>
          </p:cNvPr>
          <p:cNvSpPr/>
          <p:nvPr userDrawn="1"/>
        </p:nvSpPr>
        <p:spPr>
          <a:xfrm rot="16200000" flipV="1">
            <a:off x="1893092" y="2764774"/>
            <a:ext cx="0" cy="2188806"/>
          </a:xfrm>
          <a:prstGeom prst="line">
            <a:avLst/>
          </a:prstGeom>
          <a:ln w="25400">
            <a:solidFill>
              <a:schemeClr val="bg1"/>
            </a:solidFill>
            <a:miter lim="400000"/>
          </a:ln>
        </p:spPr>
        <p:txBody>
          <a:bodyPr lIns="19050" tIns="19050" rIns="19050" bIns="19050" anchor="ctr"/>
          <a:lstStyle/>
          <a:p>
            <a:pPr algn="l">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55885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8"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5"/>
          </p:nvPr>
        </p:nvSpPr>
        <p:spPr>
          <a:xfrm>
            <a:off x="0" y="0"/>
            <a:ext cx="12192000" cy="6853712"/>
          </a:xfrm>
          <a:solidFill>
            <a:schemeClr val="bg1">
              <a:lumMod val="95000"/>
            </a:schemeClr>
          </a:solidFill>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3872090" y="2905535"/>
            <a:ext cx="4120444" cy="891250"/>
          </a:xfrm>
        </p:spPr>
        <p:txBody>
          <a:bodyPr anchor="t">
            <a:noAutofit/>
          </a:bodyPr>
          <a:lstStyle>
            <a:lvl1pPr algn="ctr">
              <a:defRPr sz="5000" b="1">
                <a:solidFill>
                  <a:schemeClr val="bg1"/>
                </a:solidFill>
                <a:latin typeface="+mj-lt"/>
              </a:defRPr>
            </a:lvl1pPr>
          </a:lstStyle>
          <a:p>
            <a:r>
              <a:rPr lang="en-US" dirty="0"/>
              <a:t>THANK YOU</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3872090" y="3993558"/>
            <a:ext cx="4120443" cy="338549"/>
          </a:xfrm>
        </p:spPr>
        <p:txBody>
          <a:bodyPr>
            <a:normAutofit/>
          </a:bodyPr>
          <a:lstStyle>
            <a:lvl1pPr marL="0" indent="0" algn="ctr">
              <a:buNone/>
              <a:defRPr sz="1600" spc="300">
                <a:solidFill>
                  <a:schemeClr val="bg1"/>
                </a:solidFill>
                <a:latin typeface="+mn-lt"/>
                <a:cs typeface="Arial" panose="020B0604020202020204" pitchFamily="34" charset="0"/>
              </a:defRPr>
            </a:lvl1pPr>
          </a:lstStyle>
          <a:p>
            <a:pPr lvl="0"/>
            <a:r>
              <a:rPr lang="en-US" dirty="0"/>
              <a:t>WWW.WEBSITENAME.COM</a:t>
            </a:r>
          </a:p>
        </p:txBody>
      </p:sp>
      <p:sp>
        <p:nvSpPr>
          <p:cNvPr id="5" name="Shape 62" title="Decorative">
            <a:extLst>
              <a:ext uri="{FF2B5EF4-FFF2-40B4-BE49-F238E27FC236}">
                <a16:creationId xmlns:a16="http://schemas.microsoft.com/office/drawing/2014/main" id="{E1A23DB6-E067-4A30-8C4B-98B452428518}"/>
              </a:ext>
            </a:extLst>
          </p:cNvPr>
          <p:cNvSpPr/>
          <p:nvPr userDrawn="1"/>
        </p:nvSpPr>
        <p:spPr>
          <a:xfrm rot="16200000" flipV="1">
            <a:off x="5932310" y="2726675"/>
            <a:ext cx="1"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2" name="Rectangle 1" title="Decorative"/>
          <p:cNvSpPr/>
          <p:nvPr userDrawn="1"/>
        </p:nvSpPr>
        <p:spPr>
          <a:xfrm>
            <a:off x="3872089" y="860778"/>
            <a:ext cx="4120444" cy="5136445"/>
          </a:xfrm>
          <a:prstGeom prst="rect">
            <a:avLst/>
          </a:prstGeom>
          <a:noFill/>
          <a:ln w="762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91658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with Imag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2565399" y="3107447"/>
            <a:ext cx="7252505" cy="891250"/>
          </a:xfrm>
        </p:spPr>
        <p:txBody>
          <a:bodyPr anchor="t">
            <a:noAutofit/>
          </a:bodyPr>
          <a:lstStyle>
            <a:lvl1pPr algn="ctr">
              <a:defRPr sz="500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2565400" y="4195470"/>
            <a:ext cx="7252504" cy="338549"/>
          </a:xfrm>
        </p:spPr>
        <p:txBody>
          <a:bodyPr>
            <a:normAutofit/>
          </a:bodyPr>
          <a:lstStyle>
            <a:lvl1pPr marL="0" indent="0" algn="ctr">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5"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2924870"/>
            <a:ext cx="0"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7" name="Rectangle 6" title="Decorative"/>
          <p:cNvSpPr/>
          <p:nvPr userDrawn="1"/>
        </p:nvSpPr>
        <p:spPr>
          <a:xfrm>
            <a:off x="1238104" y="860778"/>
            <a:ext cx="9715792" cy="5136445"/>
          </a:xfrm>
          <a:prstGeom prst="rect">
            <a:avLst/>
          </a:prstGeom>
          <a:noFill/>
          <a:ln w="762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332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with Image">
    <p:bg>
      <p:bgPr>
        <a:solidFill>
          <a:schemeClr val="accent4"/>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2565399" y="3107447"/>
            <a:ext cx="7252505" cy="891250"/>
          </a:xfrm>
        </p:spPr>
        <p:txBody>
          <a:bodyPr anchor="t">
            <a:noAutofit/>
          </a:bodyPr>
          <a:lstStyle>
            <a:lvl1pPr algn="ctr">
              <a:defRPr sz="500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2565400" y="4195470"/>
            <a:ext cx="7252504" cy="338549"/>
          </a:xfrm>
        </p:spPr>
        <p:txBody>
          <a:bodyPr>
            <a:normAutofit/>
          </a:bodyPr>
          <a:lstStyle>
            <a:lvl1pPr marL="0" indent="0" algn="ctr">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5"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2924870"/>
            <a:ext cx="0"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7" name="Rectangle 6" title="Decorative"/>
          <p:cNvSpPr/>
          <p:nvPr userDrawn="1"/>
        </p:nvSpPr>
        <p:spPr>
          <a:xfrm>
            <a:off x="1238104" y="860778"/>
            <a:ext cx="9715792" cy="5136445"/>
          </a:xfrm>
          <a:prstGeom prst="rect">
            <a:avLst/>
          </a:prstGeom>
          <a:noFill/>
          <a:ln w="762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78760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with Image">
    <p:bg>
      <p:bgPr>
        <a:solidFill>
          <a:schemeClr val="accent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2565399" y="3107447"/>
            <a:ext cx="7252505" cy="891250"/>
          </a:xfrm>
        </p:spPr>
        <p:txBody>
          <a:bodyPr anchor="t">
            <a:noAutofit/>
          </a:bodyPr>
          <a:lstStyle>
            <a:lvl1pPr algn="ctr">
              <a:defRPr sz="500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2565400" y="4195470"/>
            <a:ext cx="7252504" cy="338549"/>
          </a:xfrm>
        </p:spPr>
        <p:txBody>
          <a:bodyPr>
            <a:normAutofit/>
          </a:bodyPr>
          <a:lstStyle>
            <a:lvl1pPr marL="0" indent="0" algn="ctr">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5"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2924870"/>
            <a:ext cx="0"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7" name="Rectangle 6" title="Decorative"/>
          <p:cNvSpPr/>
          <p:nvPr userDrawn="1"/>
        </p:nvSpPr>
        <p:spPr>
          <a:xfrm>
            <a:off x="1238104" y="860778"/>
            <a:ext cx="9715792" cy="5136445"/>
          </a:xfrm>
          <a:prstGeom prst="rect">
            <a:avLst/>
          </a:prstGeom>
          <a:noFill/>
          <a:ln w="76200">
            <a:solidFill>
              <a:schemeClr val="accent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02895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Divider with Image">
    <p:bg>
      <p:bgPr>
        <a:solidFill>
          <a:schemeClr val="accent1"/>
        </a:solidFill>
        <a:effectLst/>
      </p:bgPr>
    </p:bg>
    <p:spTree>
      <p:nvGrpSpPr>
        <p:cNvPr id="1" name=""/>
        <p:cNvGrpSpPr/>
        <p:nvPr/>
      </p:nvGrpSpPr>
      <p:grpSpPr>
        <a:xfrm>
          <a:off x="0" y="0"/>
          <a:ext cx="0" cy="0"/>
          <a:chOff x="0" y="0"/>
          <a:chExt cx="0" cy="0"/>
        </a:xfrm>
      </p:grpSpPr>
      <p:sp>
        <p:nvSpPr>
          <p:cNvPr id="11"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5"/>
          </p:nvPr>
        </p:nvSpPr>
        <p:spPr>
          <a:xfrm>
            <a:off x="0" y="0"/>
            <a:ext cx="12192000" cy="6853712"/>
          </a:xfrm>
          <a:solidFill>
            <a:schemeClr val="bg1">
              <a:lumMod val="95000"/>
            </a:schemeClr>
          </a:solidFill>
        </p:spPr>
        <p:txBody>
          <a:bodyPr/>
          <a:lstStyle/>
          <a:p>
            <a:r>
              <a:rPr lang="en-US"/>
              <a:t>Click icon to add picture</a:t>
            </a:r>
            <a:endParaRPr lang="en-US" dirty="0"/>
          </a:p>
        </p:txBody>
      </p:sp>
      <p:sp>
        <p:nvSpPr>
          <p:cNvPr id="8"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838199" y="3673179"/>
            <a:ext cx="6826342" cy="2188805"/>
          </a:xfrm>
        </p:spPr>
        <p:txBody>
          <a:bodyPr rIns="457200" anchor="ctr">
            <a:noAutofit/>
          </a:bodyPr>
          <a:lstStyle>
            <a:lvl1pPr algn="r">
              <a:defRPr sz="5000" b="1">
                <a:solidFill>
                  <a:schemeClr val="bg1"/>
                </a:solidFill>
                <a:latin typeface="+mj-lt"/>
              </a:defRPr>
            </a:lvl1pPr>
          </a:lstStyle>
          <a:p>
            <a:r>
              <a:rPr lang="en-US" dirty="0"/>
              <a:t>CLICK TO ADD TITLE</a:t>
            </a:r>
          </a:p>
        </p:txBody>
      </p:sp>
      <p:sp>
        <p:nvSpPr>
          <p:cNvPr id="9" name="Text Placeholder 12" title="Decorative">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7664542" y="3665204"/>
            <a:ext cx="4527458" cy="2196780"/>
          </a:xfrm>
          <a:solidFill>
            <a:schemeClr val="accent1"/>
          </a:solidFill>
        </p:spPr>
        <p:txBody>
          <a:bodyPr lIns="274320" tIns="182880" rIns="182880" bIns="182880" anchor="ct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6" name="Shape 62" title="Decorative">
            <a:extLst>
              <a:ext uri="{FF2B5EF4-FFF2-40B4-BE49-F238E27FC236}">
                <a16:creationId xmlns:a16="http://schemas.microsoft.com/office/drawing/2014/main" id="{E1A23DB6-E067-4A30-8C4B-98B452428518}"/>
              </a:ext>
            </a:extLst>
          </p:cNvPr>
          <p:cNvSpPr/>
          <p:nvPr userDrawn="1"/>
        </p:nvSpPr>
        <p:spPr>
          <a:xfrm flipV="1">
            <a:off x="7664541" y="3673179"/>
            <a:ext cx="1"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132737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Slide Divider with Image">
    <p:bg>
      <p:bgPr>
        <a:solidFill>
          <a:schemeClr val="accent1"/>
        </a:solidFill>
        <a:effectLst/>
      </p:bgPr>
    </p:bg>
    <p:spTree>
      <p:nvGrpSpPr>
        <p:cNvPr id="1" name=""/>
        <p:cNvGrpSpPr/>
        <p:nvPr/>
      </p:nvGrpSpPr>
      <p:grpSpPr>
        <a:xfrm>
          <a:off x="0" y="0"/>
          <a:ext cx="0" cy="0"/>
          <a:chOff x="0" y="0"/>
          <a:chExt cx="0" cy="0"/>
        </a:xfrm>
      </p:grpSpPr>
      <p:sp>
        <p:nvSpPr>
          <p:cNvPr id="11"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5"/>
          </p:nvPr>
        </p:nvSpPr>
        <p:spPr>
          <a:xfrm>
            <a:off x="0" y="0"/>
            <a:ext cx="12192000" cy="6853712"/>
          </a:xfrm>
          <a:solidFill>
            <a:schemeClr val="bg1">
              <a:lumMod val="95000"/>
            </a:schemeClr>
          </a:solidFill>
        </p:spPr>
        <p:txBody>
          <a:bodyPr/>
          <a:lstStyle/>
          <a:p>
            <a:r>
              <a:rPr lang="en-US"/>
              <a:t>Click icon to add picture</a:t>
            </a:r>
            <a:endParaRPr lang="en-US" dirty="0"/>
          </a:p>
        </p:txBody>
      </p:sp>
      <p:sp>
        <p:nvSpPr>
          <p:cNvPr id="8"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838199" y="3673179"/>
            <a:ext cx="6826342" cy="2188805"/>
          </a:xfrm>
        </p:spPr>
        <p:txBody>
          <a:bodyPr rIns="457200" anchor="ctr">
            <a:noAutofit/>
          </a:bodyPr>
          <a:lstStyle>
            <a:lvl1pPr algn="r">
              <a:defRPr sz="5000" b="1">
                <a:solidFill>
                  <a:schemeClr val="bg1"/>
                </a:solidFill>
                <a:latin typeface="+mj-lt"/>
              </a:defRPr>
            </a:lvl1pPr>
          </a:lstStyle>
          <a:p>
            <a:r>
              <a:rPr lang="en-US" dirty="0"/>
              <a:t>CLICK TO ADD TITLE</a:t>
            </a:r>
          </a:p>
        </p:txBody>
      </p:sp>
      <p:sp>
        <p:nvSpPr>
          <p:cNvPr id="9" name="Text Placeholder 12" title="Decorative">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7664542" y="3665204"/>
            <a:ext cx="4527458" cy="2196780"/>
          </a:xfrm>
          <a:solidFill>
            <a:schemeClr val="accent2"/>
          </a:solidFill>
        </p:spPr>
        <p:txBody>
          <a:bodyPr lIns="274320" tIns="182880" rIns="182880" bIns="182880" anchor="ct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6" name="Shape 62" title="Decorative">
            <a:extLst>
              <a:ext uri="{FF2B5EF4-FFF2-40B4-BE49-F238E27FC236}">
                <a16:creationId xmlns:a16="http://schemas.microsoft.com/office/drawing/2014/main" id="{E1A23DB6-E067-4A30-8C4B-98B452428518}"/>
              </a:ext>
            </a:extLst>
          </p:cNvPr>
          <p:cNvSpPr/>
          <p:nvPr userDrawn="1"/>
        </p:nvSpPr>
        <p:spPr>
          <a:xfrm flipV="1">
            <a:off x="7664541" y="3673179"/>
            <a:ext cx="1" cy="2188805"/>
          </a:xfrm>
          <a:prstGeom prst="line">
            <a:avLst/>
          </a:prstGeom>
          <a:ln w="76200">
            <a:solidFill>
              <a:schemeClr val="accent2">
                <a:lumMod val="75000"/>
                <a:lumOff val="25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14206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lide Divider with Image">
    <p:bg>
      <p:bgPr>
        <a:solidFill>
          <a:schemeClr val="accent1"/>
        </a:solidFill>
        <a:effectLst/>
      </p:bgPr>
    </p:bg>
    <p:spTree>
      <p:nvGrpSpPr>
        <p:cNvPr id="1" name=""/>
        <p:cNvGrpSpPr/>
        <p:nvPr/>
      </p:nvGrpSpPr>
      <p:grpSpPr>
        <a:xfrm>
          <a:off x="0" y="0"/>
          <a:ext cx="0" cy="0"/>
          <a:chOff x="0" y="0"/>
          <a:chExt cx="0" cy="0"/>
        </a:xfrm>
      </p:grpSpPr>
      <p:sp>
        <p:nvSpPr>
          <p:cNvPr id="7"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5"/>
          </p:nvPr>
        </p:nvSpPr>
        <p:spPr>
          <a:xfrm>
            <a:off x="0" y="0"/>
            <a:ext cx="12192000" cy="6853712"/>
          </a:xfrm>
          <a:solidFill>
            <a:schemeClr val="bg1">
              <a:lumMod val="95000"/>
            </a:schemeClr>
          </a:solidFill>
        </p:spPr>
        <p:txBody>
          <a:bodyPr/>
          <a:lstStyle/>
          <a:p>
            <a:r>
              <a:rPr lang="en-US"/>
              <a:t>Click icon to add picture</a:t>
            </a:r>
            <a:endParaRPr lang="en-US" dirty="0"/>
          </a:p>
        </p:txBody>
      </p:sp>
      <p:sp>
        <p:nvSpPr>
          <p:cNvPr id="2" name="Rectangle 1" title="Decorative"/>
          <p:cNvSpPr/>
          <p:nvPr userDrawn="1"/>
        </p:nvSpPr>
        <p:spPr>
          <a:xfrm>
            <a:off x="4769712" y="3138616"/>
            <a:ext cx="7422288" cy="32127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5114413" y="4304207"/>
            <a:ext cx="6439156" cy="891250"/>
          </a:xfrm>
        </p:spPr>
        <p:txBody>
          <a:bodyPr anchor="t">
            <a:noAutofit/>
          </a:bodyPr>
          <a:lstStyle>
            <a:lvl1pPr>
              <a:defRPr sz="5000" b="1">
                <a:solidFill>
                  <a:schemeClr val="bg1"/>
                </a:solidFill>
                <a:latin typeface="+mj-lt"/>
              </a:defRPr>
            </a:lvl1pPr>
          </a:lstStyle>
          <a:p>
            <a:r>
              <a:rPr lang="en-US" dirty="0"/>
              <a:t>CLICK TO ADD TITLE</a:t>
            </a:r>
          </a:p>
        </p:txBody>
      </p:sp>
      <p:sp>
        <p:nvSpPr>
          <p:cNvPr id="9" name="Text Placeholder 12">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5114413" y="5505120"/>
            <a:ext cx="6439155"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6" name="Shape 62" title="Decorative">
            <a:extLst>
              <a:ext uri="{FF2B5EF4-FFF2-40B4-BE49-F238E27FC236}">
                <a16:creationId xmlns:a16="http://schemas.microsoft.com/office/drawing/2014/main" id="{E1A23DB6-E067-4A30-8C4B-98B452428518}"/>
              </a:ext>
            </a:extLst>
          </p:cNvPr>
          <p:cNvSpPr/>
          <p:nvPr userDrawn="1"/>
        </p:nvSpPr>
        <p:spPr>
          <a:xfrm rot="16200000" flipV="1">
            <a:off x="6208815" y="4226947"/>
            <a:ext cx="1"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4235650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lide Divider 2">
    <p:bg>
      <p:bgPr>
        <a:solidFill>
          <a:schemeClr val="accent1"/>
        </a:solidFill>
        <a:effectLst/>
      </p:bgPr>
    </p:bg>
    <p:spTree>
      <p:nvGrpSpPr>
        <p:cNvPr id="1" name=""/>
        <p:cNvGrpSpPr/>
        <p:nvPr/>
      </p:nvGrpSpPr>
      <p:grpSpPr>
        <a:xfrm>
          <a:off x="0" y="0"/>
          <a:ext cx="0" cy="0"/>
          <a:chOff x="0" y="0"/>
          <a:chExt cx="0" cy="0"/>
        </a:xfrm>
      </p:grpSpPr>
      <p:sp>
        <p:nvSpPr>
          <p:cNvPr id="6"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5"/>
          </p:nvPr>
        </p:nvSpPr>
        <p:spPr>
          <a:xfrm>
            <a:off x="0" y="0"/>
            <a:ext cx="12192000" cy="6853712"/>
          </a:xfrm>
          <a:solidFill>
            <a:schemeClr val="bg1">
              <a:lumMod val="95000"/>
            </a:schemeClr>
          </a:solidFill>
        </p:spPr>
        <p:txBody>
          <a:bodyPr/>
          <a:lstStyle/>
          <a:p>
            <a:r>
              <a:rPr lang="en-US"/>
              <a:t>Click icon to add picture</a:t>
            </a:r>
            <a:endParaRPr lang="en-US" dirty="0"/>
          </a:p>
        </p:txBody>
      </p:sp>
      <p:sp>
        <p:nvSpPr>
          <p:cNvPr id="2" name="Rectangle 1" title="Decorative"/>
          <p:cNvSpPr/>
          <p:nvPr userDrawn="1"/>
        </p:nvSpPr>
        <p:spPr>
          <a:xfrm>
            <a:off x="0" y="4387695"/>
            <a:ext cx="12192000" cy="219678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510821" y="4395670"/>
            <a:ext cx="6826342" cy="2188805"/>
          </a:xfrm>
        </p:spPr>
        <p:txBody>
          <a:bodyPr rIns="457200" anchor="ctr">
            <a:noAutofit/>
          </a:bodyPr>
          <a:lstStyle>
            <a:lvl1pPr algn="r">
              <a:defRPr sz="5000" b="1">
                <a:solidFill>
                  <a:schemeClr val="bg1"/>
                </a:solidFill>
                <a:latin typeface="+mj-lt"/>
              </a:defRPr>
            </a:lvl1pPr>
          </a:lstStyle>
          <a:p>
            <a:r>
              <a:rPr lang="en-US" dirty="0"/>
              <a:t>CLICK TO ADD TITLE</a:t>
            </a:r>
          </a:p>
        </p:txBody>
      </p:sp>
      <p:sp>
        <p:nvSpPr>
          <p:cNvPr id="12" name="Text Placeholder 12">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7337164" y="4387695"/>
            <a:ext cx="4527458" cy="2196780"/>
          </a:xfrm>
          <a:noFill/>
        </p:spPr>
        <p:txBody>
          <a:bodyPr lIns="274320" tIns="182880" rIns="182880" bIns="182880" anchor="ct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13" name="Shape 62" title="Decorative">
            <a:extLst>
              <a:ext uri="{FF2B5EF4-FFF2-40B4-BE49-F238E27FC236}">
                <a16:creationId xmlns:a16="http://schemas.microsoft.com/office/drawing/2014/main" id="{E1A23DB6-E067-4A30-8C4B-98B452428518}"/>
              </a:ext>
            </a:extLst>
          </p:cNvPr>
          <p:cNvSpPr/>
          <p:nvPr userDrawn="1"/>
        </p:nvSpPr>
        <p:spPr>
          <a:xfrm flipV="1">
            <a:off x="7337163" y="4742580"/>
            <a:ext cx="1" cy="1494984"/>
          </a:xfrm>
          <a:prstGeom prst="line">
            <a:avLst/>
          </a:prstGeom>
          <a:ln w="762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9341788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6" y="3727361"/>
            <a:ext cx="2275389" cy="1025525"/>
          </a:xfrm>
          <a:noFill/>
        </p:spPr>
        <p:txBody>
          <a:bodyPr vert="horz" lIns="0" tIns="45720" rIns="91440" bIns="0" rtlCol="0" anchor="b">
            <a:noAutofit/>
          </a:bodyPr>
          <a:lstStyle>
            <a:lvl1pPr>
              <a:defRPr lang="en-US" sz="5000" b="1">
                <a:solidFill>
                  <a:schemeClr val="tx2"/>
                </a:solidFill>
                <a:latin typeface="+mj-lt"/>
              </a:defRPr>
            </a:lvl1pPr>
          </a:lstStyle>
          <a:p>
            <a:pPr marL="0" lvl="0"/>
            <a:r>
              <a:rPr lang="en-US" dirty="0"/>
              <a:t>Agenda</a:t>
            </a:r>
          </a:p>
        </p:txBody>
      </p:sp>
      <p:sp>
        <p:nvSpPr>
          <p:cNvPr id="29" name="Picture Placeholder 28" title="Decorative">
            <a:extLst>
              <a:ext uri="{FF2B5EF4-FFF2-40B4-BE49-F238E27FC236}">
                <a16:creationId xmlns:a16="http://schemas.microsoft.com/office/drawing/2014/main" id="{AA648B5A-E380-4E42-882E-71EBF6838E22}"/>
              </a:ext>
            </a:extLst>
          </p:cNvPr>
          <p:cNvSpPr>
            <a:spLocks noGrp="1"/>
          </p:cNvSpPr>
          <p:nvPr>
            <p:ph type="pic" sz="quarter" idx="12"/>
          </p:nvPr>
        </p:nvSpPr>
        <p:spPr>
          <a:xfrm>
            <a:off x="8634413" y="812800"/>
            <a:ext cx="3557587" cy="5232400"/>
          </a:xfrm>
        </p:spPr>
        <p:txBody>
          <a:bodyPr/>
          <a:lstStyle/>
          <a:p>
            <a:r>
              <a:rPr lang="en-US"/>
              <a:t>Click icon to add picture</a:t>
            </a:r>
            <a:endParaRPr lang="en-US"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4155313" y="879710"/>
            <a:ext cx="4294206" cy="755650"/>
          </a:xfrm>
        </p:spPr>
        <p:txBody>
          <a:bodyPr anchor="ctr">
            <a:normAutofit/>
          </a:bodyPr>
          <a:lstStyle>
            <a:lvl1pPr marL="0" indent="0">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4155313" y="1956155"/>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4155313" y="3032600"/>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4155313" y="4109045"/>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4155313" y="5185490"/>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42" name="Shape 62" title="Decorative">
            <a:extLst>
              <a:ext uri="{FF2B5EF4-FFF2-40B4-BE49-F238E27FC236}">
                <a16:creationId xmlns:a16="http://schemas.microsoft.com/office/drawing/2014/main" id="{2683CBB0-468F-4DD2-853B-FBFFA91B662E}"/>
              </a:ext>
            </a:extLst>
          </p:cNvPr>
          <p:cNvSpPr/>
          <p:nvPr userDrawn="1"/>
        </p:nvSpPr>
        <p:spPr>
          <a:xfrm rot="16200000" flipV="1">
            <a:off x="1791782" y="3899540"/>
            <a:ext cx="0" cy="1930310"/>
          </a:xfrm>
          <a:prstGeom prst="line">
            <a:avLst/>
          </a:prstGeom>
          <a:ln w="76200">
            <a:solidFill>
              <a:schemeClr val="accent1">
                <a:alpha val="97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226060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bg1"/>
        </a:solidFill>
        <a:effectLst/>
      </p:bgPr>
    </p:bg>
    <p:spTree>
      <p:nvGrpSpPr>
        <p:cNvPr id="1" name=""/>
        <p:cNvGrpSpPr/>
        <p:nvPr/>
      </p:nvGrpSpPr>
      <p:grpSpPr>
        <a:xfrm>
          <a:off x="0" y="0"/>
          <a:ext cx="0" cy="0"/>
          <a:chOff x="0" y="0"/>
          <a:chExt cx="0" cy="0"/>
        </a:xfrm>
      </p:grpSpPr>
      <p:sp>
        <p:nvSpPr>
          <p:cNvPr id="29" name="Picture Placeholder 28" title="Decorative">
            <a:extLst>
              <a:ext uri="{FF2B5EF4-FFF2-40B4-BE49-F238E27FC236}">
                <a16:creationId xmlns:a16="http://schemas.microsoft.com/office/drawing/2014/main" id="{AA648B5A-E380-4E42-882E-71EBF6838E22}"/>
              </a:ext>
            </a:extLst>
          </p:cNvPr>
          <p:cNvSpPr>
            <a:spLocks noGrp="1"/>
          </p:cNvSpPr>
          <p:nvPr>
            <p:ph type="pic" sz="quarter" idx="12"/>
          </p:nvPr>
        </p:nvSpPr>
        <p:spPr>
          <a:xfrm>
            <a:off x="361244" y="2225040"/>
            <a:ext cx="4536079" cy="4632960"/>
          </a:xfrm>
        </p:spPr>
        <p:txBody>
          <a:bodyPr/>
          <a:lstStyle/>
          <a:p>
            <a:r>
              <a:rPr lang="en-US"/>
              <a:t>Click icon to add picture</a:t>
            </a:r>
            <a:endParaRPr lang="en-US"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5121031" y="2055335"/>
            <a:ext cx="4294206" cy="755650"/>
          </a:xfrm>
        </p:spPr>
        <p:txBody>
          <a:bodyPr anchor="ctr">
            <a:normAutofit/>
          </a:bodyPr>
          <a:lstStyle>
            <a:lvl1pPr marL="0" indent="0">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5121031" y="2782449"/>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5121031" y="4352427"/>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5121031" y="3567438"/>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5121031" y="5137415"/>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 name="Rectangle 2" title="Decorative">
            <a:extLst>
              <a:ext uri="{FF2B5EF4-FFF2-40B4-BE49-F238E27FC236}">
                <a16:creationId xmlns:a16="http://schemas.microsoft.com/office/drawing/2014/main" id="{E2F3CED5-D6C7-4A0B-B731-FDB78F4E3341}"/>
              </a:ext>
            </a:extLst>
          </p:cNvPr>
          <p:cNvSpPr/>
          <p:nvPr userDrawn="1"/>
        </p:nvSpPr>
        <p:spPr>
          <a:xfrm>
            <a:off x="353385" y="0"/>
            <a:ext cx="4572513" cy="2059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hape 62" title="Decorative">
            <a:extLst>
              <a:ext uri="{FF2B5EF4-FFF2-40B4-BE49-F238E27FC236}">
                <a16:creationId xmlns:a16="http://schemas.microsoft.com/office/drawing/2014/main" id="{2683CBB0-468F-4DD2-853B-FBFFA91B662E}"/>
              </a:ext>
            </a:extLst>
          </p:cNvPr>
          <p:cNvSpPr/>
          <p:nvPr userDrawn="1"/>
        </p:nvSpPr>
        <p:spPr>
          <a:xfrm rot="16200000" flipV="1">
            <a:off x="1560255" y="445140"/>
            <a:ext cx="0" cy="1930310"/>
          </a:xfrm>
          <a:prstGeom prst="line">
            <a:avLst/>
          </a:prstGeom>
          <a:ln w="76200">
            <a:solidFill>
              <a:schemeClr val="accent2">
                <a:lumMod val="75000"/>
                <a:lumOff val="25000"/>
                <a:alpha val="97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13"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595100" y="192385"/>
            <a:ext cx="2275389" cy="1025525"/>
          </a:xfrm>
          <a:noFill/>
        </p:spPr>
        <p:txBody>
          <a:bodyPr vert="horz" lIns="0" tIns="45720" rIns="91440" bIns="0" rtlCol="0" anchor="b">
            <a:noAutofit/>
          </a:bodyPr>
          <a:lstStyle>
            <a:lvl1pPr>
              <a:defRPr lang="en-US" sz="5000" b="1">
                <a:solidFill>
                  <a:schemeClr val="bg1"/>
                </a:solidFill>
                <a:latin typeface="+mj-lt"/>
              </a:defRPr>
            </a:lvl1pPr>
          </a:lstStyle>
          <a:p>
            <a:pPr marL="0" lvl="0"/>
            <a:r>
              <a:rPr lang="en-US" dirty="0"/>
              <a:t>Agenda</a:t>
            </a:r>
          </a:p>
        </p:txBody>
      </p:sp>
    </p:spTree>
    <p:extLst>
      <p:ext uri="{BB962C8B-B14F-4D97-AF65-F5344CB8AC3E}">
        <p14:creationId xmlns:p14="http://schemas.microsoft.com/office/powerpoint/2010/main" val="2595043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1_Custom Layout">
    <p:bg>
      <p:bgPr>
        <a:solidFill>
          <a:schemeClr val="bg1"/>
        </a:solidFill>
        <a:effectLst/>
      </p:bgPr>
    </p:bg>
    <p:spTree>
      <p:nvGrpSpPr>
        <p:cNvPr id="1" name=""/>
        <p:cNvGrpSpPr/>
        <p:nvPr/>
      </p:nvGrpSpPr>
      <p:grpSpPr>
        <a:xfrm>
          <a:off x="0" y="0"/>
          <a:ext cx="0" cy="0"/>
          <a:chOff x="0" y="0"/>
          <a:chExt cx="0" cy="0"/>
        </a:xfrm>
      </p:grpSpPr>
      <p:sp>
        <p:nvSpPr>
          <p:cNvPr id="29" name="Picture Placeholder 28" title="Decorative">
            <a:extLst>
              <a:ext uri="{FF2B5EF4-FFF2-40B4-BE49-F238E27FC236}">
                <a16:creationId xmlns:a16="http://schemas.microsoft.com/office/drawing/2014/main" id="{AA648B5A-E380-4E42-882E-71EBF6838E22}"/>
              </a:ext>
            </a:extLst>
          </p:cNvPr>
          <p:cNvSpPr>
            <a:spLocks noGrp="1"/>
          </p:cNvSpPr>
          <p:nvPr>
            <p:ph type="pic" sz="quarter" idx="12"/>
          </p:nvPr>
        </p:nvSpPr>
        <p:spPr>
          <a:xfrm>
            <a:off x="6264877" y="0"/>
            <a:ext cx="5927124" cy="6858000"/>
          </a:xfrm>
        </p:spPr>
        <p:txBody>
          <a:bodyPr/>
          <a:lstStyle/>
          <a:p>
            <a:r>
              <a:rPr lang="en-US"/>
              <a:t>Click icon to add picture</a:t>
            </a:r>
            <a:endParaRPr lang="en-US"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471529" y="2348736"/>
            <a:ext cx="4294206" cy="755650"/>
          </a:xfrm>
        </p:spPr>
        <p:txBody>
          <a:bodyPr anchor="ctr">
            <a:normAutofit/>
          </a:bodyPr>
          <a:lstStyle>
            <a:lvl1pPr marL="0" indent="0">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471529" y="3075850"/>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471529" y="4645828"/>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471529" y="3860839"/>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471529" y="5430816"/>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 name="Rectangle 2" title="Decorative">
            <a:extLst>
              <a:ext uri="{FF2B5EF4-FFF2-40B4-BE49-F238E27FC236}">
                <a16:creationId xmlns:a16="http://schemas.microsoft.com/office/drawing/2014/main" id="{E2F3CED5-D6C7-4A0B-B731-FDB78F4E3341}"/>
              </a:ext>
            </a:extLst>
          </p:cNvPr>
          <p:cNvSpPr/>
          <p:nvPr userDrawn="1"/>
        </p:nvSpPr>
        <p:spPr>
          <a:xfrm>
            <a:off x="353385" y="0"/>
            <a:ext cx="4572513" cy="20593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hape 62" title="Decorative">
            <a:extLst>
              <a:ext uri="{FF2B5EF4-FFF2-40B4-BE49-F238E27FC236}">
                <a16:creationId xmlns:a16="http://schemas.microsoft.com/office/drawing/2014/main" id="{2683CBB0-468F-4DD2-853B-FBFFA91B662E}"/>
              </a:ext>
            </a:extLst>
          </p:cNvPr>
          <p:cNvSpPr/>
          <p:nvPr userDrawn="1"/>
        </p:nvSpPr>
        <p:spPr>
          <a:xfrm rot="16200000" flipV="1">
            <a:off x="1560255" y="445140"/>
            <a:ext cx="0" cy="1930310"/>
          </a:xfrm>
          <a:prstGeom prst="line">
            <a:avLst/>
          </a:prstGeom>
          <a:ln w="76200">
            <a:solidFill>
              <a:schemeClr val="accent1">
                <a:lumMod val="60000"/>
                <a:lumOff val="40000"/>
                <a:alpha val="97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13"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595100" y="192385"/>
            <a:ext cx="2275389" cy="1025525"/>
          </a:xfrm>
          <a:noFill/>
        </p:spPr>
        <p:txBody>
          <a:bodyPr vert="horz" lIns="0" tIns="45720" rIns="91440" bIns="0" rtlCol="0" anchor="b">
            <a:noAutofit/>
          </a:bodyPr>
          <a:lstStyle>
            <a:lvl1pPr>
              <a:defRPr lang="en-US" sz="5000" b="1">
                <a:solidFill>
                  <a:schemeClr val="bg1"/>
                </a:solidFill>
                <a:latin typeface="+mj-lt"/>
              </a:defRPr>
            </a:lvl1pPr>
          </a:lstStyle>
          <a:p>
            <a:pPr marL="0" lvl="0"/>
            <a:r>
              <a:rPr lang="en-US" dirty="0"/>
              <a:t>Agenda</a:t>
            </a:r>
          </a:p>
        </p:txBody>
      </p:sp>
    </p:spTree>
    <p:extLst>
      <p:ext uri="{BB962C8B-B14F-4D97-AF65-F5344CB8AC3E}">
        <p14:creationId xmlns:p14="http://schemas.microsoft.com/office/powerpoint/2010/main" val="25734128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chemeClr val="bg1"/>
        </a:solidFill>
        <a:effectLst/>
      </p:bgPr>
    </p:bg>
    <p:spTree>
      <p:nvGrpSpPr>
        <p:cNvPr id="1" name=""/>
        <p:cNvGrpSpPr/>
        <p:nvPr/>
      </p:nvGrpSpPr>
      <p:grpSpPr>
        <a:xfrm>
          <a:off x="0" y="0"/>
          <a:ext cx="0" cy="0"/>
          <a:chOff x="0" y="0"/>
          <a:chExt cx="0" cy="0"/>
        </a:xfrm>
      </p:grpSpPr>
      <p:sp>
        <p:nvSpPr>
          <p:cNvPr id="29" name="Picture Placeholder 28" title="Decorative">
            <a:extLst>
              <a:ext uri="{FF2B5EF4-FFF2-40B4-BE49-F238E27FC236}">
                <a16:creationId xmlns:a16="http://schemas.microsoft.com/office/drawing/2014/main" id="{AA648B5A-E380-4E42-882E-71EBF6838E22}"/>
              </a:ext>
            </a:extLst>
          </p:cNvPr>
          <p:cNvSpPr>
            <a:spLocks noGrp="1"/>
          </p:cNvSpPr>
          <p:nvPr>
            <p:ph type="pic" sz="quarter" idx="12"/>
          </p:nvPr>
        </p:nvSpPr>
        <p:spPr>
          <a:xfrm>
            <a:off x="1" y="0"/>
            <a:ext cx="4910666" cy="6858000"/>
          </a:xfrm>
        </p:spPr>
        <p:txBody>
          <a:bodyPr/>
          <a:lstStyle/>
          <a:p>
            <a:r>
              <a:rPr lang="en-US" noProof="0"/>
              <a:t>Click icon to add picture</a:t>
            </a:r>
            <a:endParaRPr lang="en-US" noProof="0" dirty="0"/>
          </a:p>
        </p:txBody>
      </p:sp>
      <p:sp>
        <p:nvSpPr>
          <p:cNvPr id="3" name="Rectangle 2" title="Decorative"/>
          <p:cNvSpPr/>
          <p:nvPr userDrawn="1"/>
        </p:nvSpPr>
        <p:spPr>
          <a:xfrm>
            <a:off x="4910667" y="0"/>
            <a:ext cx="11740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6295131" y="879710"/>
            <a:ext cx="4801847" cy="755650"/>
          </a:xfrm>
        </p:spPr>
        <p:txBody>
          <a:bodyPr anchor="ctr">
            <a:normAutofit/>
          </a:bodyPr>
          <a:lstStyle>
            <a:lvl1pPr marL="0" indent="0">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6295131" y="1956155"/>
            <a:ext cx="4801847"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6295131" y="3032600"/>
            <a:ext cx="4801847"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6295131" y="4109045"/>
            <a:ext cx="4801847"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6295131" y="5185490"/>
            <a:ext cx="4801847"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7" name="Text Placeholder 30">
            <a:extLst>
              <a:ext uri="{FF2B5EF4-FFF2-40B4-BE49-F238E27FC236}">
                <a16:creationId xmlns:a16="http://schemas.microsoft.com/office/drawing/2014/main" id="{2D435A30-7C8E-4847-B027-91CBFA159229}"/>
              </a:ext>
            </a:extLst>
          </p:cNvPr>
          <p:cNvSpPr>
            <a:spLocks noGrp="1"/>
          </p:cNvSpPr>
          <p:nvPr>
            <p:ph type="body" sz="quarter" idx="17" hasCustomPrompt="1"/>
          </p:nvPr>
        </p:nvSpPr>
        <p:spPr>
          <a:xfrm>
            <a:off x="5084074" y="879710"/>
            <a:ext cx="741082" cy="755650"/>
          </a:xfrm>
        </p:spPr>
        <p:txBody>
          <a:bodyPr rIns="0" anchor="ctr">
            <a:noAutofit/>
          </a:bodyPr>
          <a:lstStyle>
            <a:lvl1pPr marL="0" indent="0" algn="r">
              <a:buNone/>
              <a:defRPr sz="6000">
                <a:solidFill>
                  <a:schemeClr val="bg1"/>
                </a:solidFill>
                <a:latin typeface="+mj-lt"/>
                <a:cs typeface="Arial" panose="020B0604020202020204" pitchFamily="34" charset="0"/>
              </a:defRPr>
            </a:lvl1pPr>
            <a:lvl2pPr marL="457200" indent="0">
              <a:buNone/>
              <a:defRPr/>
            </a:lvl2pPr>
          </a:lstStyle>
          <a:p>
            <a:pPr lvl="0"/>
            <a:r>
              <a:rPr lang="en-US" noProof="0"/>
              <a:t>1</a:t>
            </a:r>
          </a:p>
        </p:txBody>
      </p:sp>
      <p:sp>
        <p:nvSpPr>
          <p:cNvPr id="38" name="Text Placeholder 30">
            <a:extLst>
              <a:ext uri="{FF2B5EF4-FFF2-40B4-BE49-F238E27FC236}">
                <a16:creationId xmlns:a16="http://schemas.microsoft.com/office/drawing/2014/main" id="{819BB324-34C6-4FF7-8780-D294AC6EC5AC}"/>
              </a:ext>
            </a:extLst>
          </p:cNvPr>
          <p:cNvSpPr>
            <a:spLocks noGrp="1"/>
          </p:cNvSpPr>
          <p:nvPr>
            <p:ph type="body" sz="quarter" idx="18" hasCustomPrompt="1"/>
          </p:nvPr>
        </p:nvSpPr>
        <p:spPr>
          <a:xfrm>
            <a:off x="5084074" y="1956155"/>
            <a:ext cx="741082" cy="755650"/>
          </a:xfrm>
        </p:spPr>
        <p:txBody>
          <a:bodyPr rIns="0" anchor="ctr">
            <a:noAutofit/>
          </a:bodyPr>
          <a:lstStyle>
            <a:lvl1pPr marL="0" indent="0" algn="r">
              <a:buNone/>
              <a:defRPr sz="6000">
                <a:solidFill>
                  <a:schemeClr val="bg1"/>
                </a:solidFill>
                <a:latin typeface="+mj-lt"/>
                <a:cs typeface="Arial" panose="020B0604020202020204" pitchFamily="34" charset="0"/>
              </a:defRPr>
            </a:lvl1pPr>
            <a:lvl2pPr marL="457200" indent="0">
              <a:buNone/>
              <a:defRPr/>
            </a:lvl2pPr>
          </a:lstStyle>
          <a:p>
            <a:pPr lvl="0"/>
            <a:r>
              <a:rPr lang="en-US" noProof="0"/>
              <a:t>2</a:t>
            </a:r>
          </a:p>
        </p:txBody>
      </p:sp>
      <p:sp>
        <p:nvSpPr>
          <p:cNvPr id="39" name="Text Placeholder 30">
            <a:extLst>
              <a:ext uri="{FF2B5EF4-FFF2-40B4-BE49-F238E27FC236}">
                <a16:creationId xmlns:a16="http://schemas.microsoft.com/office/drawing/2014/main" id="{43B3C496-FB0A-4924-A341-696D17E2D9C5}"/>
              </a:ext>
            </a:extLst>
          </p:cNvPr>
          <p:cNvSpPr>
            <a:spLocks noGrp="1"/>
          </p:cNvSpPr>
          <p:nvPr>
            <p:ph type="body" sz="quarter" idx="19" hasCustomPrompt="1"/>
          </p:nvPr>
        </p:nvSpPr>
        <p:spPr>
          <a:xfrm>
            <a:off x="5084074" y="3032600"/>
            <a:ext cx="741082" cy="755650"/>
          </a:xfrm>
        </p:spPr>
        <p:txBody>
          <a:bodyPr rIns="0" anchor="ctr">
            <a:noAutofit/>
          </a:bodyPr>
          <a:lstStyle>
            <a:lvl1pPr marL="0" indent="0" algn="r">
              <a:buNone/>
              <a:defRPr sz="6000">
                <a:solidFill>
                  <a:schemeClr val="bg1"/>
                </a:solidFill>
                <a:latin typeface="+mj-lt"/>
                <a:cs typeface="Arial" panose="020B0604020202020204" pitchFamily="34" charset="0"/>
              </a:defRPr>
            </a:lvl1pPr>
            <a:lvl2pPr marL="457200" indent="0">
              <a:buNone/>
              <a:defRPr/>
            </a:lvl2pPr>
          </a:lstStyle>
          <a:p>
            <a:pPr lvl="0"/>
            <a:r>
              <a:rPr lang="en-US" noProof="0"/>
              <a:t>3</a:t>
            </a:r>
          </a:p>
        </p:txBody>
      </p:sp>
      <p:sp>
        <p:nvSpPr>
          <p:cNvPr id="40" name="Text Placeholder 30">
            <a:extLst>
              <a:ext uri="{FF2B5EF4-FFF2-40B4-BE49-F238E27FC236}">
                <a16:creationId xmlns:a16="http://schemas.microsoft.com/office/drawing/2014/main" id="{FEACD5FF-800E-4BB0-82F3-2E0AEF1215D5}"/>
              </a:ext>
            </a:extLst>
          </p:cNvPr>
          <p:cNvSpPr>
            <a:spLocks noGrp="1"/>
          </p:cNvSpPr>
          <p:nvPr>
            <p:ph type="body" sz="quarter" idx="20" hasCustomPrompt="1"/>
          </p:nvPr>
        </p:nvSpPr>
        <p:spPr>
          <a:xfrm>
            <a:off x="5084074" y="4109045"/>
            <a:ext cx="741082" cy="755650"/>
          </a:xfrm>
        </p:spPr>
        <p:txBody>
          <a:bodyPr rIns="0" anchor="ctr">
            <a:noAutofit/>
          </a:bodyPr>
          <a:lstStyle>
            <a:lvl1pPr marL="0" indent="0" algn="r">
              <a:buNone/>
              <a:defRPr sz="6000">
                <a:solidFill>
                  <a:schemeClr val="bg1"/>
                </a:solidFill>
                <a:latin typeface="+mj-lt"/>
                <a:cs typeface="Arial" panose="020B0604020202020204" pitchFamily="34" charset="0"/>
              </a:defRPr>
            </a:lvl1pPr>
            <a:lvl2pPr marL="457200" indent="0">
              <a:buNone/>
              <a:defRPr/>
            </a:lvl2pPr>
          </a:lstStyle>
          <a:p>
            <a:pPr lvl="0"/>
            <a:r>
              <a:rPr lang="en-US" noProof="0"/>
              <a:t>4</a:t>
            </a:r>
          </a:p>
        </p:txBody>
      </p:sp>
      <p:sp>
        <p:nvSpPr>
          <p:cNvPr id="41" name="Text Placeholder 30">
            <a:extLst>
              <a:ext uri="{FF2B5EF4-FFF2-40B4-BE49-F238E27FC236}">
                <a16:creationId xmlns:a16="http://schemas.microsoft.com/office/drawing/2014/main" id="{58B97284-E1BE-4DCD-9CC1-C441D1A8573A}"/>
              </a:ext>
            </a:extLst>
          </p:cNvPr>
          <p:cNvSpPr>
            <a:spLocks noGrp="1"/>
          </p:cNvSpPr>
          <p:nvPr>
            <p:ph type="body" sz="quarter" idx="21" hasCustomPrompt="1"/>
          </p:nvPr>
        </p:nvSpPr>
        <p:spPr>
          <a:xfrm>
            <a:off x="5084074" y="5185490"/>
            <a:ext cx="741082" cy="755650"/>
          </a:xfrm>
        </p:spPr>
        <p:txBody>
          <a:bodyPr rIns="0" anchor="ctr">
            <a:noAutofit/>
          </a:bodyPr>
          <a:lstStyle>
            <a:lvl1pPr marL="0" indent="0" algn="r">
              <a:buNone/>
              <a:defRPr sz="6000">
                <a:solidFill>
                  <a:schemeClr val="bg1"/>
                </a:solidFill>
                <a:latin typeface="+mj-lt"/>
                <a:cs typeface="Arial" panose="020B0604020202020204" pitchFamily="34" charset="0"/>
              </a:defRPr>
            </a:lvl1pPr>
            <a:lvl2pPr marL="457200" indent="0">
              <a:buNone/>
              <a:defRPr/>
            </a:lvl2pPr>
          </a:lstStyle>
          <a:p>
            <a:pPr lvl="0"/>
            <a:r>
              <a:rPr lang="en-US" noProof="0"/>
              <a:t>5</a:t>
            </a:r>
          </a:p>
        </p:txBody>
      </p:sp>
      <p:sp>
        <p:nvSpPr>
          <p:cNvPr id="15"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6" y="3727361"/>
            <a:ext cx="2275389" cy="1025525"/>
          </a:xfrm>
          <a:noFill/>
        </p:spPr>
        <p:txBody>
          <a:bodyPr vert="horz" lIns="0" tIns="45720" rIns="91440" bIns="0" rtlCol="0" anchor="b">
            <a:noAutofit/>
          </a:bodyPr>
          <a:lstStyle>
            <a:lvl1pPr>
              <a:defRPr lang="en-US" sz="5000" b="1">
                <a:solidFill>
                  <a:schemeClr val="tx2"/>
                </a:solidFill>
                <a:latin typeface="+mj-lt"/>
              </a:defRPr>
            </a:lvl1pPr>
          </a:lstStyle>
          <a:p>
            <a:pPr marL="0" lvl="0"/>
            <a:r>
              <a:rPr lang="en-US" noProof="0"/>
              <a:t>Agenda</a:t>
            </a:r>
          </a:p>
        </p:txBody>
      </p:sp>
    </p:spTree>
    <p:extLst>
      <p:ext uri="{BB962C8B-B14F-4D97-AF65-F5344CB8AC3E}">
        <p14:creationId xmlns:p14="http://schemas.microsoft.com/office/powerpoint/2010/main" val="4283145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769354" y="2596916"/>
            <a:ext cx="4385841" cy="1325563"/>
          </a:xfrm>
        </p:spPr>
        <p:txBody>
          <a:bodyPr anchor="b"/>
          <a:lstStyle>
            <a:lvl1pPr algn="l">
              <a:defRPr>
                <a:latin typeface="+mj-lt"/>
              </a:defRPr>
            </a:lvl1pPr>
          </a:lstStyle>
          <a:p>
            <a:r>
              <a:rPr lang="en-US"/>
              <a:t>Click to edit Master title style</a:t>
            </a:r>
            <a:endParaRPr lang="en-US" dirty="0"/>
          </a:p>
        </p:txBody>
      </p:sp>
      <p:sp>
        <p:nvSpPr>
          <p:cNvPr id="5"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6096000" y="1"/>
            <a:ext cx="6096000" cy="6858000"/>
          </a:xfrm>
        </p:spPr>
        <p:txBody>
          <a:body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769353" y="4628132"/>
            <a:ext cx="4385841" cy="1325562"/>
          </a:xfrm>
        </p:spPr>
        <p:txBody>
          <a:bodyPr>
            <a:noAutofit/>
          </a:bodyPr>
          <a:lstStyle>
            <a:lvl1pPr marL="0" indent="0" algn="l">
              <a:lnSpc>
                <a:spcPct val="100000"/>
              </a:lnSpc>
              <a:buNone/>
              <a:defRPr sz="1400">
                <a:latin typeface="+mn-lt"/>
                <a:cs typeface="Arial" panose="020B0604020202020204" pitchFamily="34" charset="0"/>
              </a:defRPr>
            </a:lvl1pPr>
          </a:lstStyle>
          <a:p>
            <a:pPr lvl="0"/>
            <a:r>
              <a:rPr lang="en-US"/>
              <a:t>Edit Master text styles</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p:nvPr>
        </p:nvSpPr>
        <p:spPr>
          <a:xfrm>
            <a:off x="769353" y="4165142"/>
            <a:ext cx="4385841" cy="382749"/>
          </a:xfrm>
        </p:spPr>
        <p:txBody>
          <a:bodyPr anchor="b">
            <a:normAutofit/>
          </a:bodyPr>
          <a:lstStyle>
            <a:lvl1pPr marL="0" indent="0" algn="l">
              <a:buNone/>
              <a:defRPr sz="1600" b="1">
                <a:latin typeface="+mj-lt"/>
                <a:cs typeface="Arial" panose="020B0604020202020204" pitchFamily="34" charset="0"/>
              </a:defRPr>
            </a:lvl1pPr>
          </a:lstStyle>
          <a:p>
            <a:pPr lvl="0"/>
            <a:r>
              <a:rPr lang="en-US"/>
              <a:t>Edit Master text styles</a:t>
            </a:r>
          </a:p>
        </p:txBody>
      </p:sp>
      <p:sp>
        <p:nvSpPr>
          <p:cNvPr id="6" name="Shape 62" title="Decorative">
            <a:extLst>
              <a:ext uri="{FF2B5EF4-FFF2-40B4-BE49-F238E27FC236}">
                <a16:creationId xmlns:a16="http://schemas.microsoft.com/office/drawing/2014/main" id="{2683CBB0-468F-4DD2-853B-FBFFA91B662E}"/>
              </a:ext>
            </a:extLst>
          </p:cNvPr>
          <p:cNvSpPr/>
          <p:nvPr userDrawn="1"/>
        </p:nvSpPr>
        <p:spPr>
          <a:xfrm flipV="1">
            <a:off x="527427" y="1631760"/>
            <a:ext cx="0" cy="4321933"/>
          </a:xfrm>
          <a:prstGeom prst="line">
            <a:avLst/>
          </a:prstGeom>
          <a:ln w="76200">
            <a:solidFill>
              <a:schemeClr val="accent1">
                <a:alpha val="97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9" name="Picture Placeholder 5" title="Decorative">
            <a:extLst>
              <a:ext uri="{FF2B5EF4-FFF2-40B4-BE49-F238E27FC236}">
                <a16:creationId xmlns:a16="http://schemas.microsoft.com/office/drawing/2014/main" id="{EADDC907-00BA-437D-8631-DCDAA19616AC}"/>
              </a:ext>
            </a:extLst>
          </p:cNvPr>
          <p:cNvSpPr>
            <a:spLocks noGrp="1"/>
          </p:cNvSpPr>
          <p:nvPr>
            <p:ph type="pic" sz="quarter" idx="13"/>
          </p:nvPr>
        </p:nvSpPr>
        <p:spPr>
          <a:xfrm>
            <a:off x="769354" y="1631760"/>
            <a:ext cx="804759" cy="804759"/>
          </a:xfrm>
          <a:prstGeom prst="rect">
            <a:avLst/>
          </a:prstGeom>
          <a:solidFill>
            <a:schemeClr val="bg1"/>
          </a:solidFill>
          <a:ln w="19050">
            <a:noFill/>
          </a:ln>
        </p:spPr>
        <p:txBody>
          <a:bodyPr>
            <a:normAutofit/>
          </a:bodyPr>
          <a:lstStyle>
            <a:lvl1pPr>
              <a:defRPr sz="800"/>
            </a:lvl1pPr>
          </a:lstStyle>
          <a:p>
            <a:r>
              <a:rPr lang="en-US"/>
              <a:t>Click icon to add picture</a:t>
            </a:r>
            <a:endParaRPr lang="en-US" dirty="0"/>
          </a:p>
        </p:txBody>
      </p:sp>
    </p:spTree>
    <p:extLst>
      <p:ext uri="{BB962C8B-B14F-4D97-AF65-F5344CB8AC3E}">
        <p14:creationId xmlns:p14="http://schemas.microsoft.com/office/powerpoint/2010/main" val="19849342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5"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1" y="2808079"/>
            <a:ext cx="6096000" cy="4049920"/>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38200" y="571465"/>
            <a:ext cx="5257801" cy="1325563"/>
          </a:xfrm>
        </p:spPr>
        <p:txBody>
          <a:bodyPr anchor="b">
            <a:normAutofit/>
          </a:bodyPr>
          <a:lstStyle>
            <a:lvl1pPr algn="r">
              <a:defRPr sz="4000">
                <a:latin typeface="+mj-lt"/>
              </a:defRPr>
            </a:lvl1pPr>
          </a:lstStyle>
          <a:p>
            <a:r>
              <a:rPr lang="en-US"/>
              <a:t>Click to edit Master title style</a:t>
            </a:r>
            <a:endParaRPr lang="en-US" dirty="0"/>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6987825" y="2808079"/>
            <a:ext cx="4312353" cy="382749"/>
          </a:xfrm>
        </p:spPr>
        <p:txBody>
          <a:bodyPr vert="horz" lIns="0" tIns="45720" rIns="91440" bIns="45720" rtlCol="0" anchor="b">
            <a:normAutofit/>
          </a:bodyPr>
          <a:lstStyle>
            <a:lvl1pPr>
              <a:defRPr lang="en-US" sz="1600" b="1" dirty="0">
                <a:latin typeface="+mj-lt"/>
              </a:defRPr>
            </a:lvl1pPr>
          </a:lstStyle>
          <a:p>
            <a:pPr marL="0" lvl="0" indent="0">
              <a:buNone/>
            </a:pPr>
            <a:r>
              <a:rPr lang="en-US" dirty="0"/>
              <a:t>Click to add title here</a:t>
            </a:r>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6987825" y="3212363"/>
            <a:ext cx="4312353" cy="2962659"/>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hape 62" title="Decorative">
            <a:extLst>
              <a:ext uri="{FF2B5EF4-FFF2-40B4-BE49-F238E27FC236}">
                <a16:creationId xmlns:a16="http://schemas.microsoft.com/office/drawing/2014/main" id="{2683CBB0-468F-4DD2-853B-FBFFA91B662E}"/>
              </a:ext>
            </a:extLst>
          </p:cNvPr>
          <p:cNvSpPr/>
          <p:nvPr userDrawn="1"/>
        </p:nvSpPr>
        <p:spPr>
          <a:xfrm rot="16200000" flipV="1">
            <a:off x="5130846" y="1256529"/>
            <a:ext cx="0" cy="1930310"/>
          </a:xfrm>
          <a:prstGeom prst="line">
            <a:avLst/>
          </a:prstGeom>
          <a:ln w="76200">
            <a:solidFill>
              <a:schemeClr val="accent1">
                <a:alpha val="97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4114414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E5DCEB-1CC8-4AEE-9DEC-6C62AD4FB42C}"/>
              </a:ext>
            </a:extLst>
          </p:cNvPr>
          <p:cNvSpPr/>
          <p:nvPr userDrawn="1"/>
        </p:nvSpPr>
        <p:spPr>
          <a:xfrm>
            <a:off x="0" y="3429000"/>
            <a:ext cx="6096001" cy="3429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1" y="0"/>
            <a:ext cx="6096000" cy="3429000"/>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6987825" y="1190909"/>
            <a:ext cx="4554008" cy="1325563"/>
          </a:xfrm>
        </p:spPr>
        <p:txBody>
          <a:bodyPr lIns="0" anchor="b">
            <a:normAutofit/>
          </a:bodyPr>
          <a:lstStyle>
            <a:lvl1pPr algn="l">
              <a:defRPr sz="4000">
                <a:latin typeface="+mj-lt"/>
              </a:defRPr>
            </a:lvl1pPr>
          </a:lstStyle>
          <a:p>
            <a:r>
              <a:rPr lang="en-US"/>
              <a:t>Click to edit Master title style</a:t>
            </a:r>
            <a:endParaRPr lang="en-US" dirty="0"/>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6997253" y="2516138"/>
            <a:ext cx="4544580" cy="382749"/>
          </a:xfrm>
        </p:spPr>
        <p:txBody>
          <a:bodyPr vert="horz" lIns="0" tIns="45720" rIns="91440" bIns="45720" rtlCol="0" anchor="b">
            <a:normAutofit/>
          </a:bodyPr>
          <a:lstStyle>
            <a:lvl1pPr>
              <a:defRPr lang="en-US" sz="1600" b="1" dirty="0">
                <a:latin typeface="+mj-lt"/>
              </a:defRPr>
            </a:lvl1pPr>
          </a:lstStyle>
          <a:p>
            <a:pPr marL="0" lvl="0" indent="0">
              <a:buNone/>
            </a:pPr>
            <a:r>
              <a:rPr lang="en-US" dirty="0"/>
              <a:t>Click to add title here</a:t>
            </a:r>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6997253" y="2920422"/>
            <a:ext cx="4544580" cy="3226378"/>
          </a:xfrm>
        </p:spPr>
        <p:txBody>
          <a:bodyPr lIns="0" tIns="72000">
            <a:normAutofit/>
          </a:bodyPr>
          <a:lstStyle>
            <a:lvl1pPr>
              <a:defRPr sz="1400"/>
            </a:lvl1pPr>
            <a:lvl2pPr>
              <a:defRPr sz="1200"/>
            </a:lvl2pPr>
            <a:lvl3pPr>
              <a:defRPr sz="1100"/>
            </a:lvl3pPr>
            <a:lvl4pPr>
              <a:defRPr sz="1050"/>
            </a:lvl4pPr>
            <a:lvl5pPr>
              <a:defRPr sz="105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838199" y="3606800"/>
            <a:ext cx="4927601" cy="2540000"/>
          </a:xfrm>
        </p:spPr>
        <p:txBody>
          <a:bodyPr lIns="0" tIns="72000">
            <a:normAutofit/>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66034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7"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6"/>
          </p:nvPr>
        </p:nvSpPr>
        <p:spPr>
          <a:xfrm>
            <a:off x="0" y="0"/>
            <a:ext cx="3708400" cy="6853712"/>
          </a:xfrm>
          <a:solidFill>
            <a:schemeClr val="bg1">
              <a:lumMod val="95000"/>
            </a:schemeClr>
          </a:solidFill>
        </p:spPr>
        <p:txBody>
          <a:bodyPr/>
          <a:lstStyle/>
          <a:p>
            <a:r>
              <a:rPr lang="en-US"/>
              <a:t>Click icon to add picture</a:t>
            </a:r>
            <a:endParaRPr lang="en-US" dirty="0"/>
          </a:p>
        </p:txBody>
      </p:sp>
      <p:sp>
        <p:nvSpPr>
          <p:cNvPr id="11" name="Rectangle 10" title="Decorative"/>
          <p:cNvSpPr/>
          <p:nvPr userDrawn="1"/>
        </p:nvSpPr>
        <p:spPr>
          <a:xfrm>
            <a:off x="3708400" y="0"/>
            <a:ext cx="4775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4252921" y="936980"/>
            <a:ext cx="3686159" cy="1466055"/>
          </a:xfrm>
        </p:spPr>
        <p:txBody>
          <a:bodyPr lIns="0" anchor="t">
            <a:normAutofit/>
          </a:bodyPr>
          <a:lstStyle>
            <a:lvl1pPr algn="l">
              <a:defRPr sz="4000">
                <a:solidFill>
                  <a:schemeClr val="bg1"/>
                </a:solidFill>
                <a:latin typeface="+mj-lt"/>
              </a:defRPr>
            </a:lvl1pPr>
          </a:lstStyle>
          <a:p>
            <a:r>
              <a:rPr lang="en-US"/>
              <a:t>Click to edit Master title style</a:t>
            </a: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252988" y="2407322"/>
            <a:ext cx="3686025" cy="382749"/>
          </a:xfrm>
        </p:spPr>
        <p:txBody>
          <a:bodyPr lIns="0" anchor="b">
            <a:normAutofit/>
          </a:bodyPr>
          <a:lstStyle>
            <a:lvl1pPr marL="0" indent="0">
              <a:buNone/>
              <a:defRPr sz="1600" b="1">
                <a:solidFill>
                  <a:schemeClr val="bg1"/>
                </a:solidFill>
                <a:latin typeface="+mj-lt"/>
                <a:cs typeface="Arial" panose="020B0604020202020204" pitchFamily="34" charset="0"/>
              </a:defRPr>
            </a:lvl1pPr>
          </a:lstStyle>
          <a:p>
            <a:pPr lvl="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252921" y="2811606"/>
            <a:ext cx="3686159" cy="3044825"/>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7"/>
          </p:nvPr>
        </p:nvSpPr>
        <p:spPr>
          <a:xfrm>
            <a:off x="8483600" y="0"/>
            <a:ext cx="3708400" cy="6853712"/>
          </a:xfrm>
          <a:solidFill>
            <a:schemeClr val="bg1">
              <a:lumMod val="95000"/>
            </a:schemeClr>
          </a:solidFill>
        </p:spPr>
        <p:txBody>
          <a:bodyPr/>
          <a:lstStyle/>
          <a:p>
            <a:r>
              <a:rPr lang="en-US"/>
              <a:t>Click icon to add picture</a:t>
            </a:r>
            <a:endParaRPr lang="en-US" dirty="0"/>
          </a:p>
        </p:txBody>
      </p:sp>
    </p:spTree>
    <p:extLst>
      <p:ext uri="{BB962C8B-B14F-4D97-AF65-F5344CB8AC3E}">
        <p14:creationId xmlns:p14="http://schemas.microsoft.com/office/powerpoint/2010/main" val="31550643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12" name="Rectangle 11" title="Decorative">
            <a:extLst>
              <a:ext uri="{FF2B5EF4-FFF2-40B4-BE49-F238E27FC236}">
                <a16:creationId xmlns:a16="http://schemas.microsoft.com/office/drawing/2014/main" id="{60EEF041-4EFF-410A-AFB4-25A65B462B2D}"/>
              </a:ext>
            </a:extLst>
          </p:cNvPr>
          <p:cNvSpPr/>
          <p:nvPr userDrawn="1"/>
        </p:nvSpPr>
        <p:spPr>
          <a:xfrm>
            <a:off x="8181847" y="0"/>
            <a:ext cx="401015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title="Decorative">
            <a:extLst>
              <a:ext uri="{FF2B5EF4-FFF2-40B4-BE49-F238E27FC236}">
                <a16:creationId xmlns:a16="http://schemas.microsoft.com/office/drawing/2014/main" id="{60EEF041-4EFF-410A-AFB4-25A65B462B2D}"/>
              </a:ext>
            </a:extLst>
          </p:cNvPr>
          <p:cNvSpPr/>
          <p:nvPr userDrawn="1"/>
        </p:nvSpPr>
        <p:spPr>
          <a:xfrm>
            <a:off x="4171694" y="0"/>
            <a:ext cx="401015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333757" y="1680547"/>
            <a:ext cx="3686025" cy="382749"/>
          </a:xfrm>
        </p:spPr>
        <p:txBody>
          <a:bodyPr lIns="0" anchor="b">
            <a:normAutofit/>
          </a:bodyPr>
          <a:lstStyle>
            <a:lvl1pPr marL="0" indent="0">
              <a:buNone/>
              <a:defRPr sz="1600" b="1">
                <a:solidFill>
                  <a:schemeClr val="bg1"/>
                </a:solidFill>
                <a:latin typeface="+mj-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375228" y="1680547"/>
            <a:ext cx="3658010" cy="382749"/>
          </a:xfrm>
        </p:spPr>
        <p:txBody>
          <a:bodyPr vert="horz" lIns="0" tIns="45720" rIns="91440" bIns="45720" rtlCol="0" anchor="b">
            <a:normAutofit/>
          </a:bodyPr>
          <a:lstStyle>
            <a:lvl1pPr marL="0" indent="0">
              <a:buNone/>
              <a:defRPr lang="en-US" sz="1600" b="1" dirty="0">
                <a:solidFill>
                  <a:schemeClr val="bg1"/>
                </a:solidFill>
                <a:latin typeface="+mj-lt"/>
              </a:defRPr>
            </a:lvl1pPr>
          </a:lstStyle>
          <a:p>
            <a:pPr marL="228600" lvl="0" indent="-22860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333454" y="2084831"/>
            <a:ext cx="3686159" cy="3044825"/>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375228" y="2084831"/>
            <a:ext cx="3658010" cy="3044825"/>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a:extLst>
              <a:ext uri="{FF2B5EF4-FFF2-40B4-BE49-F238E27FC236}">
                <a16:creationId xmlns:a16="http://schemas.microsoft.com/office/drawing/2014/main" id="{110731EC-67BA-493B-B1C7-6258DD2B6042}"/>
              </a:ext>
            </a:extLst>
          </p:cNvPr>
          <p:cNvSpPr>
            <a:spLocks noGrp="1"/>
          </p:cNvSpPr>
          <p:nvPr>
            <p:ph type="title"/>
          </p:nvPr>
        </p:nvSpPr>
        <p:spPr>
          <a:xfrm>
            <a:off x="403410" y="1670007"/>
            <a:ext cx="3686159" cy="1466055"/>
          </a:xfrm>
        </p:spPr>
        <p:txBody>
          <a:bodyPr lIns="0" anchor="t">
            <a:normAutofit/>
          </a:bodyPr>
          <a:lstStyle>
            <a:lvl1pPr algn="l">
              <a:defRPr sz="4000">
                <a:solidFill>
                  <a:schemeClr val="tx1"/>
                </a:solidFill>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39044906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6" name="Picture Placeholder 5" title="Decorative">
            <a:extLst>
              <a:ext uri="{FF2B5EF4-FFF2-40B4-BE49-F238E27FC236}">
                <a16:creationId xmlns:a16="http://schemas.microsoft.com/office/drawing/2014/main" id="{09156155-C47D-47A0-A08D-DCAC4D742D3F}"/>
              </a:ext>
            </a:extLst>
          </p:cNvPr>
          <p:cNvSpPr>
            <a:spLocks noGrp="1"/>
          </p:cNvSpPr>
          <p:nvPr>
            <p:ph type="pic" sz="quarter" idx="17"/>
          </p:nvPr>
        </p:nvSpPr>
        <p:spPr>
          <a:xfrm>
            <a:off x="0" y="0"/>
            <a:ext cx="12192000" cy="3408892"/>
          </a:xfrm>
        </p:spPr>
        <p:txBody>
          <a:bodyPr/>
          <a:lstStyle/>
          <a:p>
            <a:r>
              <a:rPr lang="en-US"/>
              <a:t>Click icon to add picture</a:t>
            </a:r>
            <a:endParaRPr lang="en-US" dirty="0"/>
          </a:p>
        </p:txBody>
      </p:sp>
      <p:sp>
        <p:nvSpPr>
          <p:cNvPr id="11" name="Title 1" title="Decorative">
            <a:extLst>
              <a:ext uri="{FF2B5EF4-FFF2-40B4-BE49-F238E27FC236}">
                <a16:creationId xmlns:a16="http://schemas.microsoft.com/office/drawing/2014/main" id="{FC8F08DC-8736-4BFE-8B72-8DD4184DEBE1}"/>
              </a:ext>
            </a:extLst>
          </p:cNvPr>
          <p:cNvSpPr txBox="1">
            <a:spLocks/>
          </p:cNvSpPr>
          <p:nvPr userDrawn="1"/>
        </p:nvSpPr>
        <p:spPr>
          <a:xfrm>
            <a:off x="-1" y="3408891"/>
            <a:ext cx="12203575" cy="3449109"/>
          </a:xfrm>
          <a:prstGeom prst="rect">
            <a:avLst/>
          </a:prstGeom>
          <a:solidFill>
            <a:schemeClr val="accent1"/>
          </a:solidFill>
        </p:spPr>
        <p:txBody>
          <a:bodyPr vert="horz" lIns="0" tIns="45720" rIns="324000" bIns="45720" rtlCol="0" anchor="ctr">
            <a:normAutofit/>
          </a:bodyPr>
          <a:lstStyle>
            <a:lvl1pPr algn="r">
              <a:lnSpc>
                <a:spcPct val="90000"/>
              </a:lnSpc>
              <a:spcBef>
                <a:spcPct val="0"/>
              </a:spcBef>
              <a:buNone/>
              <a:defRPr sz="4000" b="1" i="0" spc="-150">
                <a:solidFill>
                  <a:schemeClr val="tx2"/>
                </a:solidFill>
                <a:latin typeface="Constantia" panose="02030602050306030303" pitchFamily="18" charset="0"/>
                <a:ea typeface="+mj-ea"/>
                <a:cs typeface="Gill Sans" panose="020B0502020104020203" pitchFamily="34" charset="-79"/>
              </a:defRPr>
            </a:lvl1pPr>
          </a:lstStyle>
          <a:p>
            <a:pPr lvl="0"/>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568750" y="3666354"/>
            <a:ext cx="3448800" cy="382749"/>
          </a:xfrm>
        </p:spPr>
        <p:txBody>
          <a:bodyPr lIns="0" anchor="b">
            <a:normAutofit/>
          </a:bodyPr>
          <a:lstStyle>
            <a:lvl1pPr marL="0" indent="0">
              <a:buNone/>
              <a:defRPr sz="1600" b="1">
                <a:solidFill>
                  <a:schemeClr val="bg1"/>
                </a:solidFill>
                <a:latin typeface="+mj-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254055" y="3666354"/>
            <a:ext cx="3450265" cy="382749"/>
          </a:xfrm>
        </p:spPr>
        <p:txBody>
          <a:bodyPr vert="horz" lIns="0" tIns="45720" rIns="91440" bIns="45720" rtlCol="0" anchor="b">
            <a:normAutofit/>
          </a:bodyPr>
          <a:lstStyle>
            <a:lvl1pPr marL="0" indent="0">
              <a:buNone/>
              <a:defRPr lang="en-US" sz="1600" b="1" dirty="0">
                <a:solidFill>
                  <a:schemeClr val="bg1"/>
                </a:solidFill>
                <a:latin typeface="+mj-lt"/>
              </a:defRPr>
            </a:lvl1pPr>
          </a:lstStyle>
          <a:p>
            <a:pPr marL="228600" lvl="0" indent="-22860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568447" y="4070639"/>
            <a:ext cx="3448800" cy="2253961"/>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254055" y="4070639"/>
            <a:ext cx="3450265" cy="2253961"/>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110731EC-67BA-493B-B1C7-6258DD2B6042}"/>
              </a:ext>
            </a:extLst>
          </p:cNvPr>
          <p:cNvSpPr>
            <a:spLocks noGrp="1"/>
          </p:cNvSpPr>
          <p:nvPr>
            <p:ph type="title"/>
          </p:nvPr>
        </p:nvSpPr>
        <p:spPr>
          <a:xfrm>
            <a:off x="838200" y="4049104"/>
            <a:ext cx="3136900" cy="2168682"/>
          </a:xfrm>
        </p:spPr>
        <p:txBody>
          <a:bodyPr lIns="0" anchor="ctr">
            <a:normAutofit/>
          </a:bodyPr>
          <a:lstStyle>
            <a:lvl1pPr algn="l">
              <a:defRPr sz="4000">
                <a:solidFill>
                  <a:schemeClr val="bg1"/>
                </a:solidFill>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10072104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11" name="Title 1" title="Decorative">
            <a:extLst>
              <a:ext uri="{FF2B5EF4-FFF2-40B4-BE49-F238E27FC236}">
                <a16:creationId xmlns:a16="http://schemas.microsoft.com/office/drawing/2014/main" id="{FC8F08DC-8736-4BFE-8B72-8DD4184DEBE1}"/>
              </a:ext>
            </a:extLst>
          </p:cNvPr>
          <p:cNvSpPr txBox="1">
            <a:spLocks/>
          </p:cNvSpPr>
          <p:nvPr userDrawn="1"/>
        </p:nvSpPr>
        <p:spPr>
          <a:xfrm>
            <a:off x="-1" y="2360141"/>
            <a:ext cx="6096001" cy="4497859"/>
          </a:xfrm>
          <a:prstGeom prst="rect">
            <a:avLst/>
          </a:prstGeom>
          <a:solidFill>
            <a:schemeClr val="accent1"/>
          </a:solidFill>
        </p:spPr>
        <p:txBody>
          <a:bodyPr vert="horz" lIns="0" tIns="45720" rIns="324000" bIns="45720" rtlCol="0" anchor="ctr">
            <a:normAutofit/>
          </a:bodyPr>
          <a:lstStyle>
            <a:lvl1pPr algn="r">
              <a:lnSpc>
                <a:spcPct val="90000"/>
              </a:lnSpc>
              <a:spcBef>
                <a:spcPct val="0"/>
              </a:spcBef>
              <a:buNone/>
              <a:defRPr sz="4000" b="1" i="0" spc="-150">
                <a:solidFill>
                  <a:schemeClr val="tx2"/>
                </a:solidFill>
                <a:latin typeface="Constantia" panose="02030602050306030303" pitchFamily="18" charset="0"/>
                <a:ea typeface="+mj-ea"/>
                <a:cs typeface="Gill Sans" panose="020B0502020104020203" pitchFamily="34" charset="-79"/>
              </a:defRPr>
            </a:lvl1pPr>
          </a:lstStyle>
          <a:p>
            <a:pPr lvl="0"/>
            <a:endParaRPr lang="en-US" dirty="0"/>
          </a:p>
        </p:txBody>
      </p:sp>
      <p:sp>
        <p:nvSpPr>
          <p:cNvPr id="12" name="Title 1" title="Decorative">
            <a:extLst>
              <a:ext uri="{FF2B5EF4-FFF2-40B4-BE49-F238E27FC236}">
                <a16:creationId xmlns:a16="http://schemas.microsoft.com/office/drawing/2014/main" id="{FC8F08DC-8736-4BFE-8B72-8DD4184DEBE1}"/>
              </a:ext>
            </a:extLst>
          </p:cNvPr>
          <p:cNvSpPr txBox="1">
            <a:spLocks/>
          </p:cNvSpPr>
          <p:nvPr userDrawn="1"/>
        </p:nvSpPr>
        <p:spPr>
          <a:xfrm>
            <a:off x="6095999" y="2360141"/>
            <a:ext cx="6096001" cy="4497859"/>
          </a:xfrm>
          <a:prstGeom prst="rect">
            <a:avLst/>
          </a:prstGeom>
          <a:solidFill>
            <a:schemeClr val="accent1">
              <a:lumMod val="60000"/>
              <a:lumOff val="40000"/>
            </a:schemeClr>
          </a:solidFill>
        </p:spPr>
        <p:txBody>
          <a:bodyPr vert="horz" lIns="0" tIns="45720" rIns="324000" bIns="45720" rtlCol="0" anchor="ctr">
            <a:normAutofit/>
          </a:bodyPr>
          <a:lstStyle>
            <a:lvl1pPr algn="r">
              <a:lnSpc>
                <a:spcPct val="90000"/>
              </a:lnSpc>
              <a:spcBef>
                <a:spcPct val="0"/>
              </a:spcBef>
              <a:buNone/>
              <a:defRPr sz="4000" b="1" i="0" spc="-150">
                <a:solidFill>
                  <a:schemeClr val="tx2"/>
                </a:solidFill>
                <a:latin typeface="Constantia" panose="02030602050306030303" pitchFamily="18" charset="0"/>
                <a:ea typeface="+mj-ea"/>
                <a:cs typeface="Gill Sans" panose="020B0502020104020203" pitchFamily="34" charset="-79"/>
              </a:defRPr>
            </a:lvl1pPr>
          </a:lstStyle>
          <a:p>
            <a:pPr lvl="0"/>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877607" y="2962016"/>
            <a:ext cx="4340785" cy="382749"/>
          </a:xfrm>
        </p:spPr>
        <p:txBody>
          <a:bodyPr lIns="0" anchor="b">
            <a:normAutofit/>
          </a:bodyPr>
          <a:lstStyle>
            <a:lvl1pPr marL="0" indent="0">
              <a:buNone/>
              <a:defRPr sz="1600" b="1">
                <a:solidFill>
                  <a:schemeClr val="bg1"/>
                </a:solidFill>
                <a:latin typeface="+mj-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6972685" y="2962016"/>
            <a:ext cx="4342629" cy="382749"/>
          </a:xfrm>
        </p:spPr>
        <p:txBody>
          <a:bodyPr vert="horz" lIns="0" tIns="45720" rIns="91440" bIns="45720" rtlCol="0" anchor="b">
            <a:normAutofit/>
          </a:bodyPr>
          <a:lstStyle>
            <a:lvl1pPr marL="0" indent="0">
              <a:buNone/>
              <a:defRPr lang="en-US" sz="1600" b="1" dirty="0">
                <a:solidFill>
                  <a:schemeClr val="bg1"/>
                </a:solidFill>
                <a:latin typeface="+mj-lt"/>
              </a:defRPr>
            </a:lvl1pPr>
          </a:lstStyle>
          <a:p>
            <a:pPr marL="228600" lvl="0" indent="-22860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877607" y="3366301"/>
            <a:ext cx="4340785" cy="2253961"/>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6972685" y="3366301"/>
            <a:ext cx="4342629" cy="2253961"/>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110731EC-67BA-493B-B1C7-6258DD2B6042}"/>
              </a:ext>
            </a:extLst>
          </p:cNvPr>
          <p:cNvSpPr>
            <a:spLocks noGrp="1"/>
          </p:cNvSpPr>
          <p:nvPr>
            <p:ph type="title"/>
          </p:nvPr>
        </p:nvSpPr>
        <p:spPr>
          <a:xfrm>
            <a:off x="2528215" y="358610"/>
            <a:ext cx="7135570" cy="822240"/>
          </a:xfrm>
        </p:spPr>
        <p:txBody>
          <a:bodyPr lIns="0" anchor="t">
            <a:normAutofit/>
          </a:bodyPr>
          <a:lstStyle>
            <a:lvl1pPr algn="ctr">
              <a:defRPr sz="4000">
                <a:solidFill>
                  <a:schemeClr val="tx1"/>
                </a:solidFill>
                <a:latin typeface="+mj-lt"/>
              </a:defRPr>
            </a:lvl1pPr>
          </a:lstStyle>
          <a:p>
            <a:r>
              <a:rPr lang="en-US"/>
              <a:t>Click to edit Master title style</a:t>
            </a:r>
            <a:endParaRPr lang="en-US" dirty="0"/>
          </a:p>
        </p:txBody>
      </p:sp>
      <p:sp>
        <p:nvSpPr>
          <p:cNvPr id="15"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222583"/>
            <a:ext cx="0" cy="2188805"/>
          </a:xfrm>
          <a:prstGeom prst="line">
            <a:avLst/>
          </a:prstGeom>
          <a:ln w="76200">
            <a:solidFill>
              <a:schemeClr val="accent1">
                <a:lumMod val="40000"/>
                <a:lumOff val="6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723485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2_Custom Layout">
    <p:spTree>
      <p:nvGrpSpPr>
        <p:cNvPr id="1" name=""/>
        <p:cNvGrpSpPr/>
        <p:nvPr/>
      </p:nvGrpSpPr>
      <p:grpSpPr>
        <a:xfrm>
          <a:off x="0" y="0"/>
          <a:ext cx="0" cy="0"/>
          <a:chOff x="0" y="0"/>
          <a:chExt cx="0" cy="0"/>
        </a:xfrm>
      </p:grpSpPr>
      <p:sp>
        <p:nvSpPr>
          <p:cNvPr id="11" name="Title 1" title="Decorative">
            <a:extLst>
              <a:ext uri="{FF2B5EF4-FFF2-40B4-BE49-F238E27FC236}">
                <a16:creationId xmlns:a16="http://schemas.microsoft.com/office/drawing/2014/main" id="{FC8F08DC-8736-4BFE-8B72-8DD4184DEBE1}"/>
              </a:ext>
            </a:extLst>
          </p:cNvPr>
          <p:cNvSpPr txBox="1">
            <a:spLocks/>
          </p:cNvSpPr>
          <p:nvPr userDrawn="1"/>
        </p:nvSpPr>
        <p:spPr>
          <a:xfrm>
            <a:off x="-1" y="2360141"/>
            <a:ext cx="6096001" cy="4497859"/>
          </a:xfrm>
          <a:prstGeom prst="rect">
            <a:avLst/>
          </a:prstGeom>
          <a:solidFill>
            <a:schemeClr val="accent2"/>
          </a:solidFill>
        </p:spPr>
        <p:txBody>
          <a:bodyPr vert="horz" lIns="0" tIns="45720" rIns="324000" bIns="45720" rtlCol="0" anchor="ctr">
            <a:normAutofit/>
          </a:bodyPr>
          <a:lstStyle>
            <a:lvl1pPr algn="r">
              <a:lnSpc>
                <a:spcPct val="90000"/>
              </a:lnSpc>
              <a:spcBef>
                <a:spcPct val="0"/>
              </a:spcBef>
              <a:buNone/>
              <a:defRPr sz="4000" b="1" i="0" spc="-150">
                <a:solidFill>
                  <a:schemeClr val="tx2"/>
                </a:solidFill>
                <a:latin typeface="Constantia" panose="02030602050306030303" pitchFamily="18" charset="0"/>
                <a:ea typeface="+mj-ea"/>
                <a:cs typeface="Gill Sans" panose="020B0502020104020203" pitchFamily="34" charset="-79"/>
              </a:defRPr>
            </a:lvl1pPr>
          </a:lstStyle>
          <a:p>
            <a:pPr lvl="0"/>
            <a:endParaRPr lang="en-US" dirty="0"/>
          </a:p>
        </p:txBody>
      </p:sp>
      <p:sp>
        <p:nvSpPr>
          <p:cNvPr id="12" name="Title 1" title="Decorative">
            <a:extLst>
              <a:ext uri="{FF2B5EF4-FFF2-40B4-BE49-F238E27FC236}">
                <a16:creationId xmlns:a16="http://schemas.microsoft.com/office/drawing/2014/main" id="{FC8F08DC-8736-4BFE-8B72-8DD4184DEBE1}"/>
              </a:ext>
            </a:extLst>
          </p:cNvPr>
          <p:cNvSpPr txBox="1">
            <a:spLocks/>
          </p:cNvSpPr>
          <p:nvPr userDrawn="1"/>
        </p:nvSpPr>
        <p:spPr>
          <a:xfrm>
            <a:off x="6095999" y="2360141"/>
            <a:ext cx="6096001" cy="4497859"/>
          </a:xfrm>
          <a:prstGeom prst="rect">
            <a:avLst/>
          </a:prstGeom>
          <a:solidFill>
            <a:schemeClr val="accent2">
              <a:lumMod val="75000"/>
              <a:lumOff val="25000"/>
            </a:schemeClr>
          </a:solidFill>
        </p:spPr>
        <p:txBody>
          <a:bodyPr vert="horz" lIns="0" tIns="45720" rIns="324000" bIns="45720" rtlCol="0" anchor="ctr">
            <a:normAutofit/>
          </a:bodyPr>
          <a:lstStyle>
            <a:lvl1pPr algn="r">
              <a:lnSpc>
                <a:spcPct val="90000"/>
              </a:lnSpc>
              <a:spcBef>
                <a:spcPct val="0"/>
              </a:spcBef>
              <a:buNone/>
              <a:defRPr sz="4000" b="1" i="0" spc="-150">
                <a:solidFill>
                  <a:schemeClr val="tx2"/>
                </a:solidFill>
                <a:latin typeface="Constantia" panose="02030602050306030303" pitchFamily="18" charset="0"/>
                <a:ea typeface="+mj-ea"/>
                <a:cs typeface="Gill Sans" panose="020B0502020104020203" pitchFamily="34" charset="-79"/>
              </a:defRPr>
            </a:lvl1pPr>
          </a:lstStyle>
          <a:p>
            <a:pPr lvl="0"/>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877607" y="2962016"/>
            <a:ext cx="4340785" cy="382749"/>
          </a:xfrm>
        </p:spPr>
        <p:txBody>
          <a:bodyPr lIns="0" anchor="b">
            <a:normAutofit/>
          </a:bodyPr>
          <a:lstStyle>
            <a:lvl1pPr marL="0" indent="0">
              <a:buNone/>
              <a:defRPr sz="1600" b="1">
                <a:solidFill>
                  <a:schemeClr val="bg1"/>
                </a:solidFill>
                <a:latin typeface="+mj-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6972685" y="2962016"/>
            <a:ext cx="4342629" cy="382749"/>
          </a:xfrm>
        </p:spPr>
        <p:txBody>
          <a:bodyPr vert="horz" lIns="0" tIns="45720" rIns="91440" bIns="45720" rtlCol="0" anchor="b">
            <a:normAutofit/>
          </a:bodyPr>
          <a:lstStyle>
            <a:lvl1pPr marL="0" indent="0">
              <a:buNone/>
              <a:defRPr lang="en-US" sz="1600" b="1" dirty="0">
                <a:solidFill>
                  <a:schemeClr val="bg1"/>
                </a:solidFill>
                <a:latin typeface="+mj-lt"/>
              </a:defRPr>
            </a:lvl1pPr>
          </a:lstStyle>
          <a:p>
            <a:pPr marL="228600" lvl="0" indent="-22860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877607" y="3366301"/>
            <a:ext cx="4340785" cy="2253961"/>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6972685" y="3366301"/>
            <a:ext cx="4342629" cy="2253961"/>
          </a:xfrm>
        </p:spPr>
        <p:txBody>
          <a:bodyPr lIns="0" tIns="72000">
            <a:normAutofit/>
          </a:bodyPr>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110731EC-67BA-493B-B1C7-6258DD2B6042}"/>
              </a:ext>
            </a:extLst>
          </p:cNvPr>
          <p:cNvSpPr>
            <a:spLocks noGrp="1"/>
          </p:cNvSpPr>
          <p:nvPr>
            <p:ph type="title"/>
          </p:nvPr>
        </p:nvSpPr>
        <p:spPr>
          <a:xfrm>
            <a:off x="2528215" y="358610"/>
            <a:ext cx="7135570" cy="822240"/>
          </a:xfrm>
        </p:spPr>
        <p:txBody>
          <a:bodyPr lIns="0" anchor="t">
            <a:normAutofit/>
          </a:bodyPr>
          <a:lstStyle>
            <a:lvl1pPr algn="ctr">
              <a:defRPr sz="4000">
                <a:solidFill>
                  <a:schemeClr val="tx1"/>
                </a:solidFill>
                <a:latin typeface="+mj-lt"/>
              </a:defRPr>
            </a:lvl1pPr>
          </a:lstStyle>
          <a:p>
            <a:r>
              <a:rPr lang="en-US"/>
              <a:t>Click to edit Master title style</a:t>
            </a:r>
            <a:endParaRPr lang="en-US" dirty="0"/>
          </a:p>
        </p:txBody>
      </p:sp>
      <p:sp>
        <p:nvSpPr>
          <p:cNvPr id="15"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222583"/>
            <a:ext cx="0" cy="2188805"/>
          </a:xfrm>
          <a:prstGeom prst="line">
            <a:avLst/>
          </a:prstGeom>
          <a:ln w="76200">
            <a:solidFill>
              <a:schemeClr val="accent2">
                <a:lumMod val="50000"/>
                <a:lumOff val="5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84964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44948" y="1193765"/>
            <a:ext cx="4385841" cy="1325563"/>
          </a:xfrm>
        </p:spPr>
        <p:txBody>
          <a:bodyPr anchor="b">
            <a:normAutofit/>
          </a:bodyPr>
          <a:lstStyle>
            <a:lvl1pPr algn="r">
              <a:defRPr sz="4000">
                <a:latin typeface="+mj-lt"/>
              </a:defRPr>
            </a:lvl1pPr>
          </a:lstStyle>
          <a:p>
            <a:r>
              <a:rPr lang="en-US"/>
              <a:t>Click to edit Master title style</a:t>
            </a:r>
            <a:endParaRPr lang="en-US" dirty="0"/>
          </a:p>
        </p:txBody>
      </p:sp>
      <p:sp>
        <p:nvSpPr>
          <p:cNvPr id="5"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878814" y="2632337"/>
            <a:ext cx="4385841" cy="3357563"/>
          </a:xfrm>
        </p:spPr>
        <p:txBody>
          <a:body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6182016" y="1598619"/>
            <a:ext cx="4869806" cy="1896435"/>
          </a:xfrm>
        </p:spPr>
        <p:txBody>
          <a:bodyPr lIns="0">
            <a:noAutofit/>
          </a:bodyPr>
          <a:lstStyle>
            <a:lvl1pPr marL="0" indent="0">
              <a:lnSpc>
                <a:spcPct val="100000"/>
              </a:lnSpc>
              <a:buNone/>
              <a:defRPr sz="1400">
                <a:latin typeface="+mn-lt"/>
                <a:cs typeface="Arial" panose="020B0604020202020204" pitchFamily="34" charset="0"/>
              </a:defRPr>
            </a:lvl1pPr>
          </a:lstStyle>
          <a:p>
            <a:pPr lvl="0"/>
            <a:r>
              <a:rPr lang="en-US"/>
              <a:t>Edit Master text styles</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6182016" y="1194294"/>
            <a:ext cx="4869806" cy="382749"/>
          </a:xfrm>
        </p:spPr>
        <p:txBody>
          <a:bodyPr lIns="0" anchor="b">
            <a:noAutofit/>
          </a:bodyPr>
          <a:lstStyle>
            <a:lvl1pPr marL="0" indent="0">
              <a:buNone/>
              <a:defRPr sz="1600" b="1">
                <a:latin typeface="+mj-lt"/>
                <a:cs typeface="Arial" panose="020B0604020202020204" pitchFamily="34" charset="0"/>
              </a:defRPr>
            </a:lvl1pPr>
          </a:lstStyle>
          <a:p>
            <a:pPr lvl="0"/>
            <a:r>
              <a:rPr lang="en-US" dirty="0"/>
              <a:t>Click to add title here</a:t>
            </a:r>
          </a:p>
        </p:txBody>
      </p:sp>
      <p:sp>
        <p:nvSpPr>
          <p:cNvPr id="6" name="Text Placeholder 6">
            <a:extLst>
              <a:ext uri="{FF2B5EF4-FFF2-40B4-BE49-F238E27FC236}">
                <a16:creationId xmlns:a16="http://schemas.microsoft.com/office/drawing/2014/main" id="{B2C5FA2F-DD81-4A72-AB26-A4C663724F42}"/>
              </a:ext>
            </a:extLst>
          </p:cNvPr>
          <p:cNvSpPr>
            <a:spLocks noGrp="1"/>
          </p:cNvSpPr>
          <p:nvPr>
            <p:ph type="body" sz="quarter" idx="13"/>
          </p:nvPr>
        </p:nvSpPr>
        <p:spPr>
          <a:xfrm>
            <a:off x="6182018" y="4093464"/>
            <a:ext cx="4869806" cy="1896435"/>
          </a:xfrm>
        </p:spPr>
        <p:txBody>
          <a:bodyPr lIns="0">
            <a:noAutofit/>
          </a:bodyPr>
          <a:lstStyle>
            <a:lvl1pPr marL="0" indent="0">
              <a:lnSpc>
                <a:spcPct val="100000"/>
              </a:lnSpc>
              <a:buNone/>
              <a:defRPr sz="1400">
                <a:latin typeface="+mn-lt"/>
                <a:cs typeface="Arial" panose="020B0604020202020204" pitchFamily="34" charset="0"/>
              </a:defRPr>
            </a:lvl1pPr>
          </a:lstStyle>
          <a:p>
            <a:pPr lvl="0"/>
            <a:r>
              <a:rPr lang="en-US"/>
              <a:t>Edit Master text styles</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6182017" y="3689139"/>
            <a:ext cx="4832794" cy="382749"/>
          </a:xfrm>
        </p:spPr>
        <p:txBody>
          <a:bodyPr lIns="0" anchor="b">
            <a:noAutofit/>
          </a:bodyPr>
          <a:lstStyle>
            <a:lvl1pPr marL="0" indent="0">
              <a:buNone/>
              <a:defRPr sz="1600" b="1">
                <a:latin typeface="+mj-lt"/>
                <a:cs typeface="Arial" panose="020B0604020202020204" pitchFamily="34" charset="0"/>
              </a:defRPr>
            </a:lvl1pPr>
          </a:lstStyle>
          <a:p>
            <a:pPr lvl="0"/>
            <a:r>
              <a:rPr lang="en-US" dirty="0"/>
              <a:t>Click to add title here</a:t>
            </a:r>
          </a:p>
        </p:txBody>
      </p:sp>
      <p:sp>
        <p:nvSpPr>
          <p:cNvPr id="10" name="Shape 62" title="Decorative">
            <a:extLst>
              <a:ext uri="{FF2B5EF4-FFF2-40B4-BE49-F238E27FC236}">
                <a16:creationId xmlns:a16="http://schemas.microsoft.com/office/drawing/2014/main" id="{2683CBB0-468F-4DD2-853B-FBFFA91B662E}"/>
              </a:ext>
            </a:extLst>
          </p:cNvPr>
          <p:cNvSpPr/>
          <p:nvPr userDrawn="1"/>
        </p:nvSpPr>
        <p:spPr>
          <a:xfrm flipV="1">
            <a:off x="830507" y="1194294"/>
            <a:ext cx="0" cy="4795606"/>
          </a:xfrm>
          <a:prstGeom prst="line">
            <a:avLst/>
          </a:prstGeom>
          <a:ln w="76200">
            <a:solidFill>
              <a:schemeClr val="accent1">
                <a:alpha val="97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39708105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7928658" y="836271"/>
            <a:ext cx="4263342" cy="5185458"/>
          </a:xfrm>
        </p:spPr>
        <p:txBody>
          <a:bodyPr/>
          <a:lstStyle/>
          <a:p>
            <a:r>
              <a:rPr lang="en-US"/>
              <a:t>Click icon to add picture</a:t>
            </a:r>
            <a:endParaRPr lang="en-US" dirty="0"/>
          </a:p>
        </p:txBody>
      </p:sp>
      <p:sp>
        <p:nvSpPr>
          <p:cNvPr id="7" name="Text Placeholder 6" title="Decorative">
            <a:extLst>
              <a:ext uri="{FF2B5EF4-FFF2-40B4-BE49-F238E27FC236}">
                <a16:creationId xmlns:a16="http://schemas.microsoft.com/office/drawing/2014/main" id="{233D39E2-2188-4621-B115-A912A057E8AC}"/>
              </a:ext>
            </a:extLst>
          </p:cNvPr>
          <p:cNvSpPr>
            <a:spLocks noGrp="1"/>
          </p:cNvSpPr>
          <p:nvPr>
            <p:ph type="body" sz="quarter" idx="11"/>
          </p:nvPr>
        </p:nvSpPr>
        <p:spPr>
          <a:xfrm>
            <a:off x="3657597" y="836271"/>
            <a:ext cx="4262400" cy="5185458"/>
          </a:xfrm>
          <a:solidFill>
            <a:schemeClr val="accent1"/>
          </a:solidFill>
        </p:spPr>
        <p:txBody>
          <a:bodyPr lIns="252000" tIns="144000" rIns="144000">
            <a:noAutofit/>
          </a:bodyPr>
          <a:lstStyle>
            <a:lvl1pPr marL="0" indent="0">
              <a:lnSpc>
                <a:spcPct val="100000"/>
              </a:lnSpc>
              <a:buNone/>
              <a:defRPr sz="1400">
                <a:solidFill>
                  <a:schemeClr val="bg1"/>
                </a:solidFill>
                <a:latin typeface="+mn-lt"/>
                <a:cs typeface="Arial" panose="020B0604020202020204" pitchFamily="34" charset="0"/>
              </a:defRPr>
            </a:lvl1pPr>
          </a:lstStyle>
          <a:p>
            <a:pPr lvl="0"/>
            <a:r>
              <a:rPr lang="en-US"/>
              <a:t>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625033" y="1659770"/>
            <a:ext cx="2558005" cy="1325563"/>
          </a:xfrm>
        </p:spPr>
        <p:txBody>
          <a:bodyPr anchor="t"/>
          <a:lstStyle>
            <a:lvl1pPr algn="l">
              <a:defRPr>
                <a:latin typeface="+mj-lt"/>
              </a:defRPr>
            </a:lvl1pPr>
          </a:lstStyle>
          <a:p>
            <a:r>
              <a:rPr lang="en-US" dirty="0"/>
              <a:t>Click to </a:t>
            </a:r>
            <a:br>
              <a:rPr lang="en-US" dirty="0"/>
            </a:br>
            <a:r>
              <a:rPr lang="en-US" dirty="0"/>
              <a:t>Add Title</a:t>
            </a:r>
          </a:p>
        </p:txBody>
      </p:sp>
      <p:sp>
        <p:nvSpPr>
          <p:cNvPr id="9" name="Shape 62" title="Decorative">
            <a:extLst>
              <a:ext uri="{FF2B5EF4-FFF2-40B4-BE49-F238E27FC236}">
                <a16:creationId xmlns:a16="http://schemas.microsoft.com/office/drawing/2014/main" id="{E1A23DB6-E067-4A30-8C4B-98B452428518}"/>
              </a:ext>
            </a:extLst>
          </p:cNvPr>
          <p:cNvSpPr/>
          <p:nvPr userDrawn="1"/>
        </p:nvSpPr>
        <p:spPr>
          <a:xfrm rot="16200000" flipV="1">
            <a:off x="1756506" y="1915220"/>
            <a:ext cx="0"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32174074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7" name="Text Placeholder 6" title="Decorative">
            <a:extLst>
              <a:ext uri="{FF2B5EF4-FFF2-40B4-BE49-F238E27FC236}">
                <a16:creationId xmlns:a16="http://schemas.microsoft.com/office/drawing/2014/main" id="{233D39E2-2188-4621-B115-A912A057E8AC}"/>
              </a:ext>
            </a:extLst>
          </p:cNvPr>
          <p:cNvSpPr>
            <a:spLocks noGrp="1"/>
          </p:cNvSpPr>
          <p:nvPr>
            <p:ph type="body" sz="quarter" idx="11"/>
          </p:nvPr>
        </p:nvSpPr>
        <p:spPr>
          <a:xfrm>
            <a:off x="0" y="3206186"/>
            <a:ext cx="12192000" cy="3651813"/>
          </a:xfrm>
          <a:solidFill>
            <a:schemeClr val="accent2"/>
          </a:solidFill>
        </p:spPr>
        <p:txBody>
          <a:bodyPr lIns="5400000" tIns="216000" rIns="1800000">
            <a:noAutofit/>
          </a:bodyPr>
          <a:lstStyle>
            <a:lvl1pPr marL="0" indent="0">
              <a:lnSpc>
                <a:spcPct val="100000"/>
              </a:lnSpc>
              <a:buNone/>
              <a:defRPr sz="1400">
                <a:solidFill>
                  <a:schemeClr val="bg1"/>
                </a:solidFill>
                <a:latin typeface="+mn-lt"/>
                <a:cs typeface="Arial" panose="020B0604020202020204" pitchFamily="34" charset="0"/>
              </a:defRPr>
            </a:lvl1pPr>
          </a:lstStyle>
          <a:p>
            <a:pPr lvl="0"/>
            <a:r>
              <a:rPr lang="en-US"/>
              <a:t>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5278053" y="1775520"/>
            <a:ext cx="6435524" cy="1325563"/>
          </a:xfrm>
        </p:spPr>
        <p:txBody>
          <a:bodyPr anchor="b"/>
          <a:lstStyle>
            <a:lvl1pPr algn="l">
              <a:defRPr>
                <a:latin typeface="+mj-lt"/>
              </a:defRPr>
            </a:lvl1pPr>
          </a:lstStyle>
          <a:p>
            <a:r>
              <a:rPr lang="en-US" dirty="0"/>
              <a:t>Click to Add Title</a:t>
            </a:r>
          </a:p>
        </p:txBody>
      </p:sp>
      <p:sp>
        <p:nvSpPr>
          <p:cNvPr id="5"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971836" y="1"/>
            <a:ext cx="3523423" cy="3206186"/>
          </a:xfrm>
          <a:solidFill>
            <a:schemeClr val="bg1">
              <a:lumMod val="95000"/>
            </a:schemeClr>
          </a:solidFill>
        </p:spPr>
        <p:txBody>
          <a:bodyPr/>
          <a:lstStyle/>
          <a:p>
            <a:r>
              <a:rPr lang="en-US"/>
              <a:t>Click icon to add picture</a:t>
            </a:r>
            <a:endParaRPr lang="en-US" dirty="0"/>
          </a:p>
        </p:txBody>
      </p:sp>
      <p:sp>
        <p:nvSpPr>
          <p:cNvPr id="6"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2"/>
          </p:nvPr>
        </p:nvSpPr>
        <p:spPr>
          <a:xfrm>
            <a:off x="971836" y="3358587"/>
            <a:ext cx="3523423" cy="3206186"/>
          </a:xfrm>
          <a:solidFill>
            <a:schemeClr val="bg1">
              <a:lumMod val="95000"/>
            </a:schemeClr>
          </a:solidFill>
        </p:spPr>
        <p:txBody>
          <a:bodyPr/>
          <a:lstStyle/>
          <a:p>
            <a:r>
              <a:rPr lang="en-US"/>
              <a:t>Click icon to add picture</a:t>
            </a:r>
            <a:endParaRPr lang="en-US" dirty="0"/>
          </a:p>
        </p:txBody>
      </p:sp>
    </p:spTree>
    <p:extLst>
      <p:ext uri="{BB962C8B-B14F-4D97-AF65-F5344CB8AC3E}">
        <p14:creationId xmlns:p14="http://schemas.microsoft.com/office/powerpoint/2010/main" val="997227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838199" y="4586456"/>
            <a:ext cx="10349090" cy="1577281"/>
          </a:xfrm>
          <a:noFill/>
          <a:ln>
            <a:noFill/>
          </a:ln>
        </p:spPr>
        <p:txBody>
          <a:bodyPr lIns="0" tIns="216000" rIns="0">
            <a:noAutofit/>
          </a:bodyPr>
          <a:lstStyle>
            <a:lvl1pPr marL="0" indent="0" algn="ctr">
              <a:lnSpc>
                <a:spcPct val="100000"/>
              </a:lnSpc>
              <a:buNone/>
              <a:defRPr sz="1400">
                <a:latin typeface="+mn-lt"/>
                <a:cs typeface="Arial" panose="020B0604020202020204" pitchFamily="34" charset="0"/>
              </a:defRPr>
            </a:lvl1pPr>
          </a:lstStyle>
          <a:p>
            <a:pPr lvl="0"/>
            <a:r>
              <a:rPr lang="en-US"/>
              <a:t>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838199" y="3717212"/>
            <a:ext cx="10349089" cy="854791"/>
          </a:xfrm>
        </p:spPr>
        <p:txBody>
          <a:bodyPr lIns="0" rIns="0" anchor="b"/>
          <a:lstStyle>
            <a:lvl1pPr algn="ctr">
              <a:defRPr>
                <a:latin typeface="+mj-lt"/>
              </a:defRPr>
            </a:lvl1pPr>
          </a:lstStyle>
          <a:p>
            <a:r>
              <a:rPr lang="en-US" dirty="0"/>
              <a:t>Click to Add Title</a:t>
            </a:r>
          </a:p>
        </p:txBody>
      </p:sp>
      <p:sp>
        <p:nvSpPr>
          <p:cNvPr id="5"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838200" y="836271"/>
            <a:ext cx="10349089" cy="2516529"/>
          </a:xfrm>
          <a:solidFill>
            <a:schemeClr val="bg1">
              <a:lumMod val="95000"/>
            </a:schemeClr>
          </a:solidFill>
        </p:spPr>
        <p:txBody>
          <a:bodyPr/>
          <a:lstStyle/>
          <a:p>
            <a:r>
              <a:rPr lang="en-US"/>
              <a:t>Click icon to add picture</a:t>
            </a:r>
            <a:endParaRPr lang="en-US" dirty="0"/>
          </a:p>
        </p:txBody>
      </p:sp>
    </p:spTree>
    <p:extLst>
      <p:ext uri="{BB962C8B-B14F-4D97-AF65-F5344CB8AC3E}">
        <p14:creationId xmlns:p14="http://schemas.microsoft.com/office/powerpoint/2010/main" val="5831282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3" name="Rectangle 2" title="Decorative">
            <a:extLst>
              <a:ext uri="{FF2B5EF4-FFF2-40B4-BE49-F238E27FC236}">
                <a16:creationId xmlns:a16="http://schemas.microsoft.com/office/drawing/2014/main" id="{9DF8596F-E730-47C4-86C3-F4A9B3F78268}"/>
              </a:ext>
            </a:extLst>
          </p:cNvPr>
          <p:cNvSpPr/>
          <p:nvPr userDrawn="1"/>
        </p:nvSpPr>
        <p:spPr>
          <a:xfrm>
            <a:off x="0" y="0"/>
            <a:ext cx="4745620" cy="3428990"/>
          </a:xfrm>
          <a:prstGeom prst="rect">
            <a:avLst/>
          </a:prstGeom>
          <a:solidFill>
            <a:schemeClr val="accent2"/>
          </a:solidFill>
        </p:spPr>
        <p:txBody>
          <a:bodyPr vert="horz" lIns="252000" tIns="144000" rIns="144000" bIns="45720" rtlCol="0">
            <a:noAutofit/>
          </a:bodyPr>
          <a:lstStyle/>
          <a:p>
            <a:pPr lvl="0" indent="0">
              <a:lnSpc>
                <a:spcPct val="100000"/>
              </a:lnSpc>
              <a:spcBef>
                <a:spcPts val="1000"/>
              </a:spcBef>
              <a:buFont typeface="Arial" panose="020B0604020202020204" pitchFamily="34" charset="0"/>
              <a:buNone/>
            </a:pPr>
            <a:endParaRPr lang="en-US" sz="1400" b="0" i="0" dirty="0">
              <a:solidFill>
                <a:schemeClr val="tx2"/>
              </a:solidFill>
              <a:latin typeface="Arial" panose="020B0604020202020204" pitchFamily="34" charset="0"/>
              <a:cs typeface="Arial" panose="020B0604020202020204" pitchFamily="34" charset="0"/>
            </a:endParaRPr>
          </a:p>
        </p:txBody>
      </p:sp>
      <p:sp>
        <p:nvSpPr>
          <p:cNvPr id="5" name="Picture Placeholder 4" title="Decorative">
            <a:extLst>
              <a:ext uri="{FF2B5EF4-FFF2-40B4-BE49-F238E27FC236}">
                <a16:creationId xmlns:a16="http://schemas.microsoft.com/office/drawing/2014/main" id="{BE84B7CE-D997-4F92-BD9D-3F9DE2782EF8}"/>
              </a:ext>
            </a:extLst>
          </p:cNvPr>
          <p:cNvSpPr>
            <a:spLocks noGrp="1"/>
          </p:cNvSpPr>
          <p:nvPr>
            <p:ph type="pic" sz="quarter" idx="10"/>
          </p:nvPr>
        </p:nvSpPr>
        <p:spPr>
          <a:xfrm>
            <a:off x="4745620" y="3428990"/>
            <a:ext cx="7446380" cy="3429009"/>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838200" y="1659770"/>
            <a:ext cx="3085618" cy="1325563"/>
          </a:xfrm>
        </p:spPr>
        <p:txBody>
          <a:bodyPr lIns="0" anchor="t"/>
          <a:lstStyle>
            <a:lvl1pPr algn="l">
              <a:defRPr>
                <a:solidFill>
                  <a:schemeClr val="bg1"/>
                </a:solidFill>
                <a:latin typeface="+mj-lt"/>
              </a:defRPr>
            </a:lvl1pPr>
          </a:lstStyle>
          <a:p>
            <a:r>
              <a:rPr lang="en-US" dirty="0"/>
              <a:t>Click to </a:t>
            </a:r>
            <a:br>
              <a:rPr lang="en-US" dirty="0"/>
            </a:br>
            <a:r>
              <a:rPr lang="en-US" dirty="0"/>
              <a:t>Add Title</a:t>
            </a:r>
          </a:p>
        </p:txBody>
      </p:sp>
      <p:sp>
        <p:nvSpPr>
          <p:cNvPr id="8" name="Text Placeholder 6">
            <a:extLst>
              <a:ext uri="{FF2B5EF4-FFF2-40B4-BE49-F238E27FC236}">
                <a16:creationId xmlns:a16="http://schemas.microsoft.com/office/drawing/2014/main" id="{2E0AB4DF-4264-4631-9A72-72B25F9BEED8}"/>
              </a:ext>
            </a:extLst>
          </p:cNvPr>
          <p:cNvSpPr>
            <a:spLocks noGrp="1"/>
          </p:cNvSpPr>
          <p:nvPr>
            <p:ph type="body" sz="quarter" idx="12" hasCustomPrompt="1"/>
          </p:nvPr>
        </p:nvSpPr>
        <p:spPr>
          <a:xfrm>
            <a:off x="5359078" y="1197273"/>
            <a:ext cx="6121722" cy="382749"/>
          </a:xfrm>
        </p:spPr>
        <p:txBody>
          <a:bodyPr lIns="0" tIns="0" anchor="t">
            <a:normAutofit/>
          </a:bodyPr>
          <a:lstStyle>
            <a:lvl1pPr marL="0" indent="0">
              <a:buNone/>
              <a:defRPr sz="1600" b="1">
                <a:solidFill>
                  <a:schemeClr val="tx1"/>
                </a:solidFill>
                <a:latin typeface="+mj-lt"/>
                <a:cs typeface="Arial" panose="020B0604020202020204" pitchFamily="34" charset="0"/>
              </a:defRPr>
            </a:lvl1pPr>
          </a:lstStyle>
          <a:p>
            <a:pPr lvl="0"/>
            <a:r>
              <a:rPr lang="en-US" dirty="0"/>
              <a:t>Click to add title here</a:t>
            </a:r>
          </a:p>
        </p:txBody>
      </p:sp>
      <p:sp>
        <p:nvSpPr>
          <p:cNvPr id="9" name="Text Placeholder 3">
            <a:extLst>
              <a:ext uri="{FF2B5EF4-FFF2-40B4-BE49-F238E27FC236}">
                <a16:creationId xmlns:a16="http://schemas.microsoft.com/office/drawing/2014/main" id="{0E3F0CD0-D764-45BB-9798-E9046593B3AC}"/>
              </a:ext>
            </a:extLst>
          </p:cNvPr>
          <p:cNvSpPr>
            <a:spLocks noGrp="1"/>
          </p:cNvSpPr>
          <p:nvPr>
            <p:ph type="body" sz="quarter" idx="15"/>
          </p:nvPr>
        </p:nvSpPr>
        <p:spPr>
          <a:xfrm>
            <a:off x="5359078" y="1588155"/>
            <a:ext cx="6121722" cy="1397178"/>
          </a:xfrm>
        </p:spPr>
        <p:txBody>
          <a:bodyPr lIns="0" tIns="0">
            <a:normAutofit/>
          </a:bodyPr>
          <a:lstStyle>
            <a:lvl1pPr marL="0" indent="0">
              <a:lnSpc>
                <a:spcPct val="100000"/>
              </a:lnSpc>
              <a:buNone/>
              <a:defRPr sz="1400">
                <a:solidFill>
                  <a:schemeClr val="tx1"/>
                </a:solidFill>
              </a:defRPr>
            </a:lvl1pPr>
            <a:lvl2pPr marL="457200" indent="0">
              <a:buNone/>
              <a:defRPr sz="1200"/>
            </a:lvl2pPr>
            <a:lvl3pPr marL="914400" indent="0">
              <a:buNone/>
              <a:defRPr sz="1100"/>
            </a:lvl3pPr>
            <a:lvl4pPr>
              <a:defRPr sz="1050"/>
            </a:lvl4pPr>
            <a:lvl5pPr>
              <a:defRPr sz="1050"/>
            </a:lvl5pPr>
          </a:lstStyle>
          <a:p>
            <a:pPr lvl="0"/>
            <a:r>
              <a:rPr lang="en-US"/>
              <a:t>Edit Master text styles</a:t>
            </a:r>
          </a:p>
        </p:txBody>
      </p:sp>
      <p:sp>
        <p:nvSpPr>
          <p:cNvPr id="10" name="Text Placeholder 3">
            <a:extLst>
              <a:ext uri="{FF2B5EF4-FFF2-40B4-BE49-F238E27FC236}">
                <a16:creationId xmlns:a16="http://schemas.microsoft.com/office/drawing/2014/main" id="{0E3F0CD0-D764-45BB-9798-E9046593B3AC}"/>
              </a:ext>
            </a:extLst>
          </p:cNvPr>
          <p:cNvSpPr>
            <a:spLocks noGrp="1"/>
          </p:cNvSpPr>
          <p:nvPr>
            <p:ph type="body" sz="quarter" idx="16"/>
          </p:nvPr>
        </p:nvSpPr>
        <p:spPr>
          <a:xfrm>
            <a:off x="838200" y="3737092"/>
            <a:ext cx="3085618" cy="2663707"/>
          </a:xfrm>
        </p:spPr>
        <p:txBody>
          <a:bodyPr lIns="0" tIns="0">
            <a:normAutofit/>
          </a:bodyPr>
          <a:lstStyle>
            <a:lvl1pPr marL="0" indent="0">
              <a:lnSpc>
                <a:spcPct val="100000"/>
              </a:lnSpc>
              <a:buNone/>
              <a:defRPr sz="2000">
                <a:solidFill>
                  <a:schemeClr val="tx1"/>
                </a:solidFill>
              </a:defRPr>
            </a:lvl1pPr>
            <a:lvl2pPr marL="457200" indent="0">
              <a:buNone/>
              <a:defRPr sz="1200"/>
            </a:lvl2pPr>
            <a:lvl3pPr marL="914400" indent="0">
              <a:buNone/>
              <a:defRPr sz="1100"/>
            </a:lvl3pPr>
            <a:lvl4pPr>
              <a:defRPr sz="1050"/>
            </a:lvl4pPr>
            <a:lvl5pPr>
              <a:defRPr sz="1050"/>
            </a:lvl5pPr>
          </a:lstStyle>
          <a:p>
            <a:pPr lvl="0"/>
            <a:r>
              <a:rPr lang="en-US"/>
              <a:t>Edit Master text styles</a:t>
            </a:r>
          </a:p>
        </p:txBody>
      </p:sp>
    </p:spTree>
    <p:extLst>
      <p:ext uri="{BB962C8B-B14F-4D97-AF65-F5344CB8AC3E}">
        <p14:creationId xmlns:p14="http://schemas.microsoft.com/office/powerpoint/2010/main" val="33363622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Picture Placeholder 4" title="Decorative">
            <a:extLst>
              <a:ext uri="{FF2B5EF4-FFF2-40B4-BE49-F238E27FC236}">
                <a16:creationId xmlns:a16="http://schemas.microsoft.com/office/drawing/2014/main" id="{9B9B3BD2-24FF-4E30-B0DA-4DCD6E57D9FC}"/>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C7F92C0C-7E68-45AE-8824-6858C6874760}"/>
              </a:ext>
            </a:extLst>
          </p:cNvPr>
          <p:cNvSpPr>
            <a:spLocks noGrp="1"/>
          </p:cNvSpPr>
          <p:nvPr>
            <p:ph type="title" hasCustomPrompt="1"/>
          </p:nvPr>
        </p:nvSpPr>
        <p:spPr>
          <a:xfrm>
            <a:off x="2282502" y="4973519"/>
            <a:ext cx="7299618" cy="1440000"/>
          </a:xfrm>
          <a:solidFill>
            <a:schemeClr val="accent1"/>
          </a:solidFill>
        </p:spPr>
        <p:txBody>
          <a:bodyPr lIns="216000">
            <a:normAutofit/>
          </a:bodyPr>
          <a:lstStyle>
            <a:lvl1pPr algn="ctr">
              <a:defRPr sz="4000">
                <a:solidFill>
                  <a:schemeClr val="bg1"/>
                </a:solidFill>
                <a:latin typeface="+mj-lt"/>
              </a:defRPr>
            </a:lvl1p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9536023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5" name="Picture Placeholder 4" title="Decorative">
            <a:extLst>
              <a:ext uri="{FF2B5EF4-FFF2-40B4-BE49-F238E27FC236}">
                <a16:creationId xmlns:a16="http://schemas.microsoft.com/office/drawing/2014/main" id="{9B9B3BD2-24FF-4E30-B0DA-4DCD6E57D9FC}"/>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Tree>
    <p:extLst>
      <p:ext uri="{BB962C8B-B14F-4D97-AF65-F5344CB8AC3E}">
        <p14:creationId xmlns:p14="http://schemas.microsoft.com/office/powerpoint/2010/main" val="26320271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
        <p:nvSpPr>
          <p:cNvPr id="5" name="Text Placeholder 12">
            <a:extLst>
              <a:ext uri="{FF2B5EF4-FFF2-40B4-BE49-F238E27FC236}">
                <a16:creationId xmlns:a16="http://schemas.microsoft.com/office/drawing/2014/main" id="{89A80859-BDA6-44AA-A750-4E06108B9B2B}"/>
              </a:ext>
            </a:extLst>
          </p:cNvPr>
          <p:cNvSpPr>
            <a:spLocks noGrp="1"/>
          </p:cNvSpPr>
          <p:nvPr>
            <p:ph type="body" sz="quarter" idx="14"/>
          </p:nvPr>
        </p:nvSpPr>
        <p:spPr>
          <a:xfrm>
            <a:off x="4887474" y="3665204"/>
            <a:ext cx="7304526" cy="2196780"/>
          </a:xfrm>
          <a:solidFill>
            <a:schemeClr val="accent1"/>
          </a:solidFill>
        </p:spPr>
        <p:txBody>
          <a:bodyPr lIns="274320" tIns="182880" rIns="182880" bIns="182880" anchor="ctr">
            <a:normAutofit/>
          </a:bodyPr>
          <a:lstStyle>
            <a:lvl1pPr marL="0" indent="0" algn="l" defTabSz="914400" rtl="0" eaLnBrk="1" latinLnBrk="0" hangingPunct="1">
              <a:lnSpc>
                <a:spcPct val="90000"/>
              </a:lnSpc>
              <a:spcBef>
                <a:spcPct val="0"/>
              </a:spcBef>
              <a:buNone/>
              <a:defRPr lang="en-US" sz="4000" b="1" i="0" kern="1200" spc="-150" dirty="0">
                <a:solidFill>
                  <a:schemeClr val="bg1"/>
                </a:solidFill>
                <a:latin typeface="+mj-lt"/>
                <a:ea typeface="+mj-ea"/>
                <a:cs typeface="Gill Sans" panose="020B0502020104020203" pitchFamily="34" charset="-79"/>
              </a:defRPr>
            </a:lvl1pPr>
          </a:lstStyle>
          <a:p>
            <a:pPr lvl="0"/>
            <a:r>
              <a:rPr lang="en-US"/>
              <a:t>Edit Master text styles</a:t>
            </a:r>
          </a:p>
        </p:txBody>
      </p:sp>
      <p:sp>
        <p:nvSpPr>
          <p:cNvPr id="6" name="Shape 62" title="Decorative">
            <a:extLst>
              <a:ext uri="{FF2B5EF4-FFF2-40B4-BE49-F238E27FC236}">
                <a16:creationId xmlns:a16="http://schemas.microsoft.com/office/drawing/2014/main" id="{E1A23DB6-E067-4A30-8C4B-98B452428518}"/>
              </a:ext>
            </a:extLst>
          </p:cNvPr>
          <p:cNvSpPr/>
          <p:nvPr userDrawn="1"/>
        </p:nvSpPr>
        <p:spPr>
          <a:xfrm flipV="1">
            <a:off x="4887473" y="3665204"/>
            <a:ext cx="1"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42597402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
        <p:nvSpPr>
          <p:cNvPr id="3" name="Text Placeholder 12">
            <a:extLst>
              <a:ext uri="{FF2B5EF4-FFF2-40B4-BE49-F238E27FC236}">
                <a16:creationId xmlns:a16="http://schemas.microsoft.com/office/drawing/2014/main" id="{89A80859-BDA6-44AA-A750-4E06108B9B2B}"/>
              </a:ext>
            </a:extLst>
          </p:cNvPr>
          <p:cNvSpPr>
            <a:spLocks noGrp="1"/>
          </p:cNvSpPr>
          <p:nvPr>
            <p:ph type="body" sz="quarter" idx="14"/>
          </p:nvPr>
        </p:nvSpPr>
        <p:spPr>
          <a:xfrm>
            <a:off x="4887474" y="3665204"/>
            <a:ext cx="7304526" cy="2196780"/>
          </a:xfrm>
          <a:solidFill>
            <a:schemeClr val="accent2"/>
          </a:solidFill>
        </p:spPr>
        <p:txBody>
          <a:bodyPr lIns="274320" tIns="182880" rIns="182880" bIns="182880" anchor="ctr">
            <a:normAutofit/>
          </a:bodyPr>
          <a:lstStyle>
            <a:lvl1pPr marL="0" indent="0" algn="l" defTabSz="914400" rtl="0" eaLnBrk="1" latinLnBrk="0" hangingPunct="1">
              <a:lnSpc>
                <a:spcPct val="90000"/>
              </a:lnSpc>
              <a:spcBef>
                <a:spcPct val="0"/>
              </a:spcBef>
              <a:buNone/>
              <a:defRPr lang="en-US" sz="4000" b="1" i="0" kern="1200" spc="-150" dirty="0">
                <a:solidFill>
                  <a:schemeClr val="bg1"/>
                </a:solidFill>
                <a:latin typeface="+mj-lt"/>
                <a:ea typeface="+mj-ea"/>
                <a:cs typeface="Gill Sans" panose="020B0502020104020203" pitchFamily="34" charset="-79"/>
              </a:defRPr>
            </a:lvl1pPr>
          </a:lstStyle>
          <a:p>
            <a:pPr lvl="0"/>
            <a:r>
              <a:rPr lang="en-US"/>
              <a:t>Edit Master text styles</a:t>
            </a:r>
          </a:p>
        </p:txBody>
      </p:sp>
      <p:sp>
        <p:nvSpPr>
          <p:cNvPr id="5" name="Shape 62" title="Decorative">
            <a:extLst>
              <a:ext uri="{FF2B5EF4-FFF2-40B4-BE49-F238E27FC236}">
                <a16:creationId xmlns:a16="http://schemas.microsoft.com/office/drawing/2014/main" id="{E1A23DB6-E067-4A30-8C4B-98B452428518}"/>
              </a:ext>
            </a:extLst>
          </p:cNvPr>
          <p:cNvSpPr/>
          <p:nvPr userDrawn="1"/>
        </p:nvSpPr>
        <p:spPr>
          <a:xfrm flipV="1">
            <a:off x="4887473" y="3665204"/>
            <a:ext cx="1" cy="2188805"/>
          </a:xfrm>
          <a:prstGeom prst="line">
            <a:avLst/>
          </a:prstGeom>
          <a:ln w="76200">
            <a:solidFill>
              <a:schemeClr val="accent2">
                <a:lumMod val="75000"/>
                <a:lumOff val="25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29559417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0_Custom Layout">
    <p:bg>
      <p:bgPr>
        <a:solidFill>
          <a:schemeClr val="accent1"/>
        </a:solidFill>
        <a:effectLst/>
      </p:bgPr>
    </p:bg>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5497975"/>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8DF09845-7890-4D10-A53B-2A4D05316878}"/>
              </a:ext>
            </a:extLst>
          </p:cNvPr>
          <p:cNvSpPr>
            <a:spLocks noGrp="1"/>
          </p:cNvSpPr>
          <p:nvPr>
            <p:ph type="title"/>
          </p:nvPr>
        </p:nvSpPr>
        <p:spPr>
          <a:xfrm>
            <a:off x="853440" y="5688402"/>
            <a:ext cx="8717280" cy="823070"/>
          </a:xfrm>
          <a:noFill/>
        </p:spPr>
        <p:txBody>
          <a:bodyPr lIns="0"/>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61472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0_Custom Layout">
    <p:bg>
      <p:bgPr>
        <a:solidFill>
          <a:schemeClr val="accent1"/>
        </a:solidFill>
        <a:effectLst/>
      </p:bgPr>
    </p:bg>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680013"/>
            <a:ext cx="12192000" cy="5497975"/>
          </a:xfrm>
        </p:spPr>
        <p:txBody>
          <a:bodyPr/>
          <a:lstStyle/>
          <a:p>
            <a:r>
              <a:rPr lang="en-US"/>
              <a:t>Click icon to add picture</a:t>
            </a:r>
            <a:endParaRPr lang="en-US" dirty="0"/>
          </a:p>
        </p:txBody>
      </p:sp>
    </p:spTree>
    <p:extLst>
      <p:ext uri="{BB962C8B-B14F-4D97-AF65-F5344CB8AC3E}">
        <p14:creationId xmlns:p14="http://schemas.microsoft.com/office/powerpoint/2010/main" val="21259541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3_Custom Layout">
    <p:bg>
      <p:bgPr>
        <a:solidFill>
          <a:schemeClr val="accent2"/>
        </a:solidFill>
        <a:effectLst/>
      </p:bgPr>
    </p:bg>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5497975"/>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8DF09845-7890-4D10-A53B-2A4D05316878}"/>
              </a:ext>
            </a:extLst>
          </p:cNvPr>
          <p:cNvSpPr>
            <a:spLocks noGrp="1"/>
          </p:cNvSpPr>
          <p:nvPr>
            <p:ph type="title"/>
          </p:nvPr>
        </p:nvSpPr>
        <p:spPr>
          <a:xfrm>
            <a:off x="853440" y="5688402"/>
            <a:ext cx="8717280" cy="823070"/>
          </a:xfrm>
          <a:noFill/>
        </p:spPr>
        <p:txBody>
          <a:bodyPr lIns="0"/>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0843891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4_Custom Layout">
    <p:bg>
      <p:bgPr>
        <a:solidFill>
          <a:schemeClr val="accent2"/>
        </a:solidFill>
        <a:effectLst/>
      </p:bgPr>
    </p:bg>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680013"/>
            <a:ext cx="12192000" cy="5497975"/>
          </a:xfrm>
        </p:spPr>
        <p:txBody>
          <a:bodyPr/>
          <a:lstStyle/>
          <a:p>
            <a:r>
              <a:rPr lang="en-US"/>
              <a:t>Click icon to add picture</a:t>
            </a:r>
            <a:endParaRPr lang="en-US" dirty="0"/>
          </a:p>
        </p:txBody>
      </p:sp>
    </p:spTree>
    <p:extLst>
      <p:ext uri="{BB962C8B-B14F-4D97-AF65-F5344CB8AC3E}">
        <p14:creationId xmlns:p14="http://schemas.microsoft.com/office/powerpoint/2010/main" val="3382582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7999"/>
          </a:xfrm>
        </p:spPr>
        <p:txBody>
          <a:bodyPr/>
          <a:lstStyle/>
          <a:p>
            <a:r>
              <a:rPr lang="en-US"/>
              <a:t>Click icon to add picture</a:t>
            </a:r>
            <a:endParaRPr lang="en-US" dirty="0"/>
          </a:p>
        </p:txBody>
      </p:sp>
      <p:sp>
        <p:nvSpPr>
          <p:cNvPr id="5" name="Rectangle 4"/>
          <p:cNvSpPr/>
          <p:nvPr userDrawn="1"/>
        </p:nvSpPr>
        <p:spPr>
          <a:xfrm>
            <a:off x="0" y="4735870"/>
            <a:ext cx="12192000" cy="150043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4">
            <a:extLst>
              <a:ext uri="{FF2B5EF4-FFF2-40B4-BE49-F238E27FC236}">
                <a16:creationId xmlns:a16="http://schemas.microsoft.com/office/drawing/2014/main" id="{7EBB9618-FC05-4C85-8241-A1EFCE8127AD}"/>
              </a:ext>
            </a:extLst>
          </p:cNvPr>
          <p:cNvSpPr>
            <a:spLocks noGrp="1"/>
          </p:cNvSpPr>
          <p:nvPr>
            <p:ph type="title"/>
          </p:nvPr>
        </p:nvSpPr>
        <p:spPr>
          <a:xfrm>
            <a:off x="695396" y="5074550"/>
            <a:ext cx="8717280" cy="823070"/>
          </a:xfrm>
          <a:noFill/>
        </p:spPr>
        <p:txBody>
          <a:bodyPr lIns="0"/>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7136611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7999"/>
          </a:xfrm>
        </p:spPr>
        <p:txBody>
          <a:bodyPr/>
          <a:lstStyle/>
          <a:p>
            <a:r>
              <a:rPr lang="en-US"/>
              <a:t>Click icon to add picture</a:t>
            </a:r>
            <a:endParaRPr lang="en-US" dirty="0"/>
          </a:p>
        </p:txBody>
      </p:sp>
      <p:sp>
        <p:nvSpPr>
          <p:cNvPr id="5" name="Rectangle 4" title="Decorative"/>
          <p:cNvSpPr/>
          <p:nvPr userDrawn="1"/>
        </p:nvSpPr>
        <p:spPr>
          <a:xfrm>
            <a:off x="0" y="4735870"/>
            <a:ext cx="12192000" cy="1500431"/>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4">
            <a:extLst>
              <a:ext uri="{FF2B5EF4-FFF2-40B4-BE49-F238E27FC236}">
                <a16:creationId xmlns:a16="http://schemas.microsoft.com/office/drawing/2014/main" id="{7EBB9618-FC05-4C85-8241-A1EFCE8127AD}"/>
              </a:ext>
            </a:extLst>
          </p:cNvPr>
          <p:cNvSpPr>
            <a:spLocks noGrp="1"/>
          </p:cNvSpPr>
          <p:nvPr>
            <p:ph type="title"/>
          </p:nvPr>
        </p:nvSpPr>
        <p:spPr>
          <a:xfrm>
            <a:off x="695396" y="5074550"/>
            <a:ext cx="8717280" cy="823070"/>
          </a:xfrm>
          <a:noFill/>
        </p:spPr>
        <p:txBody>
          <a:bodyPr lIns="0"/>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0017970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4" name="Picture Placeholder 4" title="Decorative">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7999"/>
          </a:xfrm>
        </p:spPr>
        <p:txBody>
          <a:bodyPr/>
          <a:lstStyle/>
          <a:p>
            <a:r>
              <a:rPr lang="en-US"/>
              <a:t>Click icon to add picture</a:t>
            </a:r>
            <a:endParaRPr lang="en-US" dirty="0"/>
          </a:p>
        </p:txBody>
      </p:sp>
      <p:sp>
        <p:nvSpPr>
          <p:cNvPr id="5" name="Rectangle 4" title="Decorative"/>
          <p:cNvSpPr/>
          <p:nvPr userDrawn="1"/>
        </p:nvSpPr>
        <p:spPr>
          <a:xfrm>
            <a:off x="0" y="4735870"/>
            <a:ext cx="12192000" cy="1500431"/>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4">
            <a:extLst>
              <a:ext uri="{FF2B5EF4-FFF2-40B4-BE49-F238E27FC236}">
                <a16:creationId xmlns:a16="http://schemas.microsoft.com/office/drawing/2014/main" id="{7EBB9618-FC05-4C85-8241-A1EFCE8127AD}"/>
              </a:ext>
            </a:extLst>
          </p:cNvPr>
          <p:cNvSpPr>
            <a:spLocks noGrp="1"/>
          </p:cNvSpPr>
          <p:nvPr>
            <p:ph type="title"/>
          </p:nvPr>
        </p:nvSpPr>
        <p:spPr>
          <a:xfrm>
            <a:off x="695396" y="5074550"/>
            <a:ext cx="8717280" cy="823070"/>
          </a:xfrm>
          <a:noFill/>
        </p:spPr>
        <p:txBody>
          <a:bodyPr lIns="0"/>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2633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bg1"/>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3413895" y="419827"/>
            <a:ext cx="7939904" cy="6018346"/>
            <a:chOff x="8585200" y="440266"/>
            <a:chExt cx="14753564" cy="11183013"/>
          </a:xfrm>
        </p:grpSpPr>
        <p:sp>
          <p:nvSpPr>
            <p:cNvPr id="5" name="Dikdörtgen" title="Decorative"/>
            <p:cNvSpPr/>
            <p:nvPr userDrawn="1"/>
          </p:nvSpPr>
          <p:spPr>
            <a:xfrm>
              <a:off x="8585200" y="440266"/>
              <a:ext cx="6156127" cy="9967848"/>
            </a:xfrm>
            <a:prstGeom prst="rect">
              <a:avLst/>
            </a:prstGeom>
            <a:solidFill>
              <a:srgbClr val="1F1F2A">
                <a:alpha val="13798"/>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dirty="0"/>
            </a:p>
          </p:txBody>
        </p:sp>
        <p:sp>
          <p:nvSpPr>
            <p:cNvPr id="6" name="IMAGE PLACEHOLDER" title="Decorative"/>
            <p:cNvSpPr/>
            <p:nvPr userDrawn="1"/>
          </p:nvSpPr>
          <p:spPr>
            <a:xfrm>
              <a:off x="10168466" y="1092200"/>
              <a:ext cx="13170298" cy="10531079"/>
            </a:xfrm>
            <a:prstGeom prst="rect">
              <a:avLst/>
            </a:prstGeom>
            <a:solidFill>
              <a:schemeClr val="accent2"/>
            </a:solidFill>
            <a:ln w="12700">
              <a:miter lim="400000"/>
            </a:ln>
            <a:extLst>
              <a:ext uri="{C572A759-6A51-4108-AA02-DFA0A04FC94B}">
                <ma14:wrappingTextBoxFlag xmlns="" xmlns:ma14="http://schemas.microsoft.com/office/mac/drawingml/2011/main" val="1"/>
              </a:ext>
            </a:extLst>
          </p:spPr>
          <p:txBody>
            <a:bodyPr lIns="0" tIns="0" rIns="0" bIns="0" anchor="ctr"/>
            <a:lstStyle>
              <a:lvl1pPr>
                <a:defRPr b="0">
                  <a:solidFill>
                    <a:srgbClr val="F3F3F3"/>
                  </a:solidFill>
                  <a:latin typeface="Raleway"/>
                  <a:ea typeface="Raleway"/>
                  <a:cs typeface="Raleway"/>
                  <a:sym typeface="Raleway"/>
                </a:defRPr>
              </a:lvl1pPr>
            </a:lstStyle>
            <a:p>
              <a:endParaRPr dirty="0"/>
            </a:p>
          </p:txBody>
        </p:sp>
      </p:grpSp>
      <p:sp>
        <p:nvSpPr>
          <p:cNvPr id="4" name="Text Placeholder 3">
            <a:extLst>
              <a:ext uri="{FF2B5EF4-FFF2-40B4-BE49-F238E27FC236}">
                <a16:creationId xmlns:a16="http://schemas.microsoft.com/office/drawing/2014/main" id="{D3710961-EE19-42C5-8B1B-B6C986226248}"/>
              </a:ext>
            </a:extLst>
          </p:cNvPr>
          <p:cNvSpPr>
            <a:spLocks noGrp="1"/>
          </p:cNvSpPr>
          <p:nvPr>
            <p:ph type="body" sz="quarter" idx="10" hasCustomPrompt="1"/>
          </p:nvPr>
        </p:nvSpPr>
        <p:spPr>
          <a:xfrm>
            <a:off x="838200" y="369027"/>
            <a:ext cx="2489200" cy="3124200"/>
          </a:xfrm>
        </p:spPr>
        <p:txBody>
          <a:bodyPr tIns="0" bIns="0" anchor="b">
            <a:noAutofit/>
          </a:bodyPr>
          <a:lstStyle>
            <a:lvl1pPr marL="0" indent="0" algn="r">
              <a:buNone/>
              <a:defRPr sz="30000">
                <a:solidFill>
                  <a:schemeClr val="accent2">
                    <a:lumMod val="75000"/>
                    <a:lumOff val="25000"/>
                    <a:alpha val="20000"/>
                  </a:schemeClr>
                </a:solidFill>
                <a:latin typeface="+mj-lt"/>
                <a:cs typeface="Arial" panose="020B0604020202020204" pitchFamily="34" charset="0"/>
              </a:defRPr>
            </a:lvl1pPr>
          </a:lstStyle>
          <a:p>
            <a:pPr lvl="0"/>
            <a:r>
              <a:rPr lang="en-US" dirty="0"/>
              <a:t>1</a:t>
            </a:r>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4571575" y="4500560"/>
            <a:ext cx="6536692" cy="1325563"/>
          </a:xfrm>
        </p:spPr>
        <p:txBody>
          <a:bodyPr>
            <a:normAutofit/>
          </a:bodyPr>
          <a:lstStyle>
            <a:lvl1pPr>
              <a:defRPr sz="6000" b="1">
                <a:solidFill>
                  <a:schemeClr val="bg1"/>
                </a:solidFill>
                <a:latin typeface="+mj-lt"/>
              </a:defRPr>
            </a:lvl1pPr>
          </a:lstStyle>
          <a:p>
            <a:r>
              <a:rPr lang="en-US" dirty="0"/>
              <a:t>Section Header</a:t>
            </a:r>
          </a:p>
        </p:txBody>
      </p:sp>
    </p:spTree>
    <p:extLst>
      <p:ext uri="{BB962C8B-B14F-4D97-AF65-F5344CB8AC3E}">
        <p14:creationId xmlns:p14="http://schemas.microsoft.com/office/powerpoint/2010/main" val="2948043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7_Custom Layout">
    <p:bg>
      <p:bgPr>
        <a:solidFill>
          <a:schemeClr val="bg1"/>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3413895" y="419827"/>
            <a:ext cx="7939904" cy="6018346"/>
            <a:chOff x="8585200" y="440266"/>
            <a:chExt cx="14753564" cy="11183013"/>
          </a:xfrm>
        </p:grpSpPr>
        <p:sp>
          <p:nvSpPr>
            <p:cNvPr id="5" name="Dikdörtgen" title="Decorative"/>
            <p:cNvSpPr/>
            <p:nvPr userDrawn="1"/>
          </p:nvSpPr>
          <p:spPr>
            <a:xfrm>
              <a:off x="8585200" y="440266"/>
              <a:ext cx="6156127" cy="9967848"/>
            </a:xfrm>
            <a:prstGeom prst="rect">
              <a:avLst/>
            </a:prstGeom>
            <a:solidFill>
              <a:srgbClr val="1F1F2A">
                <a:alpha val="13798"/>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dirty="0"/>
            </a:p>
          </p:txBody>
        </p:sp>
        <p:sp>
          <p:nvSpPr>
            <p:cNvPr id="6" name="IMAGE PLACEHOLDER" title="Decorative"/>
            <p:cNvSpPr/>
            <p:nvPr userDrawn="1"/>
          </p:nvSpPr>
          <p:spPr>
            <a:xfrm>
              <a:off x="10168466" y="1092200"/>
              <a:ext cx="13170298" cy="10531079"/>
            </a:xfrm>
            <a:prstGeom prst="rect">
              <a:avLst/>
            </a:prstGeom>
            <a:solidFill>
              <a:schemeClr val="accent1"/>
            </a:solidFill>
            <a:ln w="12700">
              <a:miter lim="400000"/>
            </a:ln>
            <a:extLst>
              <a:ext uri="{C572A759-6A51-4108-AA02-DFA0A04FC94B}">
                <ma14:wrappingTextBoxFlag xmlns="" xmlns:ma14="http://schemas.microsoft.com/office/mac/drawingml/2011/main" val="1"/>
              </a:ext>
            </a:extLst>
          </p:spPr>
          <p:txBody>
            <a:bodyPr lIns="0" tIns="0" rIns="0" bIns="0" anchor="ctr"/>
            <a:lstStyle>
              <a:lvl1pPr>
                <a:defRPr b="0">
                  <a:solidFill>
                    <a:srgbClr val="F3F3F3"/>
                  </a:solidFill>
                  <a:latin typeface="Raleway"/>
                  <a:ea typeface="Raleway"/>
                  <a:cs typeface="Raleway"/>
                  <a:sym typeface="Raleway"/>
                </a:defRPr>
              </a:lvl1pPr>
            </a:lstStyle>
            <a:p>
              <a:endParaRPr dirty="0"/>
            </a:p>
          </p:txBody>
        </p:sp>
      </p:grpSp>
      <p:sp>
        <p:nvSpPr>
          <p:cNvPr id="4" name="Text Placeholder 3">
            <a:extLst>
              <a:ext uri="{FF2B5EF4-FFF2-40B4-BE49-F238E27FC236}">
                <a16:creationId xmlns:a16="http://schemas.microsoft.com/office/drawing/2014/main" id="{D3710961-EE19-42C5-8B1B-B6C986226248}"/>
              </a:ext>
            </a:extLst>
          </p:cNvPr>
          <p:cNvSpPr>
            <a:spLocks noGrp="1"/>
          </p:cNvSpPr>
          <p:nvPr>
            <p:ph type="body" sz="quarter" idx="10" hasCustomPrompt="1"/>
          </p:nvPr>
        </p:nvSpPr>
        <p:spPr>
          <a:xfrm>
            <a:off x="838200" y="369027"/>
            <a:ext cx="2489200" cy="3124200"/>
          </a:xfrm>
        </p:spPr>
        <p:txBody>
          <a:bodyPr tIns="0" bIns="0" anchor="b">
            <a:noAutofit/>
          </a:bodyPr>
          <a:lstStyle>
            <a:lvl1pPr marL="0" indent="0" algn="r">
              <a:buNone/>
              <a:defRPr sz="30000">
                <a:solidFill>
                  <a:schemeClr val="accent1">
                    <a:lumMod val="60000"/>
                    <a:lumOff val="40000"/>
                    <a:alpha val="20000"/>
                  </a:schemeClr>
                </a:solidFill>
                <a:latin typeface="+mj-lt"/>
                <a:cs typeface="Arial" panose="020B0604020202020204" pitchFamily="34" charset="0"/>
              </a:defRPr>
            </a:lvl1pPr>
          </a:lstStyle>
          <a:p>
            <a:pPr lvl="0"/>
            <a:r>
              <a:rPr lang="en-US" dirty="0"/>
              <a:t>2</a:t>
            </a:r>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4571575" y="4500560"/>
            <a:ext cx="6536692" cy="1325563"/>
          </a:xfrm>
        </p:spPr>
        <p:txBody>
          <a:bodyPr>
            <a:normAutofit/>
          </a:bodyPr>
          <a:lstStyle>
            <a:lvl1pPr>
              <a:defRPr sz="6000" b="1">
                <a:solidFill>
                  <a:schemeClr val="bg1"/>
                </a:solidFill>
                <a:latin typeface="+mj-lt"/>
              </a:defRPr>
            </a:lvl1pPr>
          </a:lstStyle>
          <a:p>
            <a:r>
              <a:rPr lang="en-US" dirty="0"/>
              <a:t>Section Header</a:t>
            </a:r>
          </a:p>
        </p:txBody>
      </p:sp>
    </p:spTree>
    <p:extLst>
      <p:ext uri="{BB962C8B-B14F-4D97-AF65-F5344CB8AC3E}">
        <p14:creationId xmlns:p14="http://schemas.microsoft.com/office/powerpoint/2010/main" val="26495172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8_Custom Layout">
    <p:bg>
      <p:bgPr>
        <a:solidFill>
          <a:schemeClr val="bg1"/>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3413895" y="419827"/>
            <a:ext cx="7939904" cy="6018346"/>
            <a:chOff x="8585200" y="440266"/>
            <a:chExt cx="14753564" cy="11183013"/>
          </a:xfrm>
        </p:grpSpPr>
        <p:sp>
          <p:nvSpPr>
            <p:cNvPr id="5" name="Dikdörtgen" title="Decorative"/>
            <p:cNvSpPr/>
            <p:nvPr userDrawn="1"/>
          </p:nvSpPr>
          <p:spPr>
            <a:xfrm>
              <a:off x="8585200" y="440266"/>
              <a:ext cx="6156127" cy="9967848"/>
            </a:xfrm>
            <a:prstGeom prst="rect">
              <a:avLst/>
            </a:prstGeom>
            <a:solidFill>
              <a:srgbClr val="1F1F2A">
                <a:alpha val="13798"/>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dirty="0"/>
            </a:p>
          </p:txBody>
        </p:sp>
        <p:sp>
          <p:nvSpPr>
            <p:cNvPr id="6" name="IMAGE PLACEHOLDER" title="Decorative"/>
            <p:cNvSpPr/>
            <p:nvPr userDrawn="1"/>
          </p:nvSpPr>
          <p:spPr>
            <a:xfrm>
              <a:off x="10168466" y="1092200"/>
              <a:ext cx="13170298" cy="10531079"/>
            </a:xfrm>
            <a:prstGeom prst="rect">
              <a:avLst/>
            </a:prstGeom>
            <a:solidFill>
              <a:schemeClr val="accent4"/>
            </a:solidFill>
            <a:ln w="12700">
              <a:miter lim="400000"/>
            </a:ln>
            <a:extLst>
              <a:ext uri="{C572A759-6A51-4108-AA02-DFA0A04FC94B}">
                <ma14:wrappingTextBoxFlag xmlns="" xmlns:ma14="http://schemas.microsoft.com/office/mac/drawingml/2011/main" val="1"/>
              </a:ext>
            </a:extLst>
          </p:spPr>
          <p:txBody>
            <a:bodyPr lIns="0" tIns="0" rIns="0" bIns="0" anchor="ctr"/>
            <a:lstStyle>
              <a:lvl1pPr>
                <a:defRPr b="0">
                  <a:solidFill>
                    <a:srgbClr val="F3F3F3"/>
                  </a:solidFill>
                  <a:latin typeface="Raleway"/>
                  <a:ea typeface="Raleway"/>
                  <a:cs typeface="Raleway"/>
                  <a:sym typeface="Raleway"/>
                </a:defRPr>
              </a:lvl1pPr>
            </a:lstStyle>
            <a:p>
              <a:endParaRPr dirty="0"/>
            </a:p>
          </p:txBody>
        </p:sp>
      </p:grpSp>
      <p:sp>
        <p:nvSpPr>
          <p:cNvPr id="4" name="Text Placeholder 3">
            <a:extLst>
              <a:ext uri="{FF2B5EF4-FFF2-40B4-BE49-F238E27FC236}">
                <a16:creationId xmlns:a16="http://schemas.microsoft.com/office/drawing/2014/main" id="{D3710961-EE19-42C5-8B1B-B6C986226248}"/>
              </a:ext>
            </a:extLst>
          </p:cNvPr>
          <p:cNvSpPr>
            <a:spLocks noGrp="1"/>
          </p:cNvSpPr>
          <p:nvPr>
            <p:ph type="body" sz="quarter" idx="10" hasCustomPrompt="1"/>
          </p:nvPr>
        </p:nvSpPr>
        <p:spPr>
          <a:xfrm>
            <a:off x="838200" y="369027"/>
            <a:ext cx="2489200" cy="3124200"/>
          </a:xfrm>
        </p:spPr>
        <p:txBody>
          <a:bodyPr tIns="0" bIns="0" anchor="b">
            <a:noAutofit/>
          </a:bodyPr>
          <a:lstStyle>
            <a:lvl1pPr marL="0" indent="0" algn="r">
              <a:buNone/>
              <a:defRPr sz="30000">
                <a:solidFill>
                  <a:schemeClr val="accent4">
                    <a:lumMod val="40000"/>
                    <a:lumOff val="60000"/>
                    <a:alpha val="20000"/>
                  </a:schemeClr>
                </a:solidFill>
                <a:latin typeface="+mj-lt"/>
                <a:cs typeface="Arial" panose="020B0604020202020204" pitchFamily="34" charset="0"/>
              </a:defRPr>
            </a:lvl1pPr>
          </a:lstStyle>
          <a:p>
            <a:pPr lvl="0"/>
            <a:r>
              <a:rPr lang="en-US" dirty="0"/>
              <a:t>3</a:t>
            </a:r>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4571575" y="4500560"/>
            <a:ext cx="6536692" cy="1325563"/>
          </a:xfrm>
        </p:spPr>
        <p:txBody>
          <a:bodyPr>
            <a:normAutofit/>
          </a:bodyPr>
          <a:lstStyle>
            <a:lvl1pPr>
              <a:defRPr sz="6000" b="1">
                <a:solidFill>
                  <a:schemeClr val="bg1"/>
                </a:solidFill>
                <a:latin typeface="+mj-lt"/>
              </a:defRPr>
            </a:lvl1pPr>
          </a:lstStyle>
          <a:p>
            <a:r>
              <a:rPr lang="en-US" dirty="0"/>
              <a:t>Section Header</a:t>
            </a:r>
          </a:p>
        </p:txBody>
      </p:sp>
    </p:spTree>
    <p:extLst>
      <p:ext uri="{BB962C8B-B14F-4D97-AF65-F5344CB8AC3E}">
        <p14:creationId xmlns:p14="http://schemas.microsoft.com/office/powerpoint/2010/main" val="36834422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9_Custom Layout">
    <p:bg>
      <p:bgPr>
        <a:solidFill>
          <a:schemeClr val="bg1"/>
        </a:solidFill>
        <a:effectLst/>
      </p:bgPr>
    </p:bg>
    <p:spTree>
      <p:nvGrpSpPr>
        <p:cNvPr id="1" name=""/>
        <p:cNvGrpSpPr/>
        <p:nvPr/>
      </p:nvGrpSpPr>
      <p:grpSpPr>
        <a:xfrm>
          <a:off x="0" y="0"/>
          <a:ext cx="0" cy="0"/>
          <a:chOff x="0" y="0"/>
          <a:chExt cx="0" cy="0"/>
        </a:xfrm>
      </p:grpSpPr>
      <p:sp>
        <p:nvSpPr>
          <p:cNvPr id="16" name="Rectangle 15" title="Decorative">
            <a:extLst>
              <a:ext uri="{FF2B5EF4-FFF2-40B4-BE49-F238E27FC236}">
                <a16:creationId xmlns:a16="http://schemas.microsoft.com/office/drawing/2014/main" id="{E0729B41-53A1-4BDC-BF75-A9E553C70D89}"/>
              </a:ext>
            </a:extLst>
          </p:cNvPr>
          <p:cNvSpPr/>
          <p:nvPr userDrawn="1"/>
        </p:nvSpPr>
        <p:spPr>
          <a:xfrm>
            <a:off x="0" y="1405466"/>
            <a:ext cx="12192000" cy="365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199" y="1906059"/>
            <a:ext cx="7882467" cy="1694180"/>
          </a:xfrm>
        </p:spPr>
        <p:txBody>
          <a:bodyPr lIns="0" anchor="t">
            <a:noAutofit/>
          </a:bodyPr>
          <a:lstStyle>
            <a:lvl1pPr>
              <a:defRPr sz="6600" b="1">
                <a:solidFill>
                  <a:schemeClr val="bg1"/>
                </a:solidFill>
                <a:latin typeface="+mj-lt"/>
              </a:defRPr>
            </a:lvl1pPr>
          </a:lstStyle>
          <a:p>
            <a:r>
              <a:rPr lang="en-US" dirty="0"/>
              <a:t>Section Header</a:t>
            </a:r>
          </a:p>
        </p:txBody>
      </p:sp>
      <p:sp>
        <p:nvSpPr>
          <p:cNvPr id="18" name="Text Placeholder 3">
            <a:extLst>
              <a:ext uri="{FF2B5EF4-FFF2-40B4-BE49-F238E27FC236}">
                <a16:creationId xmlns:a16="http://schemas.microsoft.com/office/drawing/2014/main" id="{6E820AC0-D6D8-48F9-9D9F-A17400A404BB}"/>
              </a:ext>
            </a:extLst>
          </p:cNvPr>
          <p:cNvSpPr>
            <a:spLocks noGrp="1"/>
          </p:cNvSpPr>
          <p:nvPr>
            <p:ph type="body" sz="quarter" idx="10" hasCustomPrompt="1"/>
          </p:nvPr>
        </p:nvSpPr>
        <p:spPr>
          <a:xfrm>
            <a:off x="8530361" y="4554447"/>
            <a:ext cx="2489200" cy="3124198"/>
          </a:xfrm>
          <a:solidFill>
            <a:schemeClr val="accent2">
              <a:lumMod val="75000"/>
              <a:lumOff val="25000"/>
            </a:schemeClr>
          </a:solidFill>
        </p:spPr>
        <p:txBody>
          <a:bodyPr bIns="0" anchor="b">
            <a:noAutofit/>
          </a:bodyPr>
          <a:lstStyle>
            <a:lvl1pPr marL="0" indent="0" algn="ctr">
              <a:buNone/>
              <a:defRPr sz="25000">
                <a:solidFill>
                  <a:schemeClr val="bg1"/>
                </a:solidFill>
                <a:latin typeface="+mj-lt"/>
                <a:cs typeface="Arial" panose="020B0604020202020204" pitchFamily="34" charset="0"/>
              </a:defRPr>
            </a:lvl1pPr>
          </a:lstStyle>
          <a:p>
            <a:pPr lvl="0"/>
            <a:r>
              <a:rPr lang="en-US" dirty="0"/>
              <a:t>1</a:t>
            </a:r>
          </a:p>
        </p:txBody>
      </p:sp>
    </p:spTree>
    <p:extLst>
      <p:ext uri="{BB962C8B-B14F-4D97-AF65-F5344CB8AC3E}">
        <p14:creationId xmlns:p14="http://schemas.microsoft.com/office/powerpoint/2010/main" val="40552306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bg1"/>
        </a:solidFill>
        <a:effectLst/>
      </p:bgPr>
    </p:bg>
    <p:spTree>
      <p:nvGrpSpPr>
        <p:cNvPr id="1" name=""/>
        <p:cNvGrpSpPr/>
        <p:nvPr/>
      </p:nvGrpSpPr>
      <p:grpSpPr>
        <a:xfrm>
          <a:off x="0" y="0"/>
          <a:ext cx="0" cy="0"/>
          <a:chOff x="0" y="0"/>
          <a:chExt cx="0" cy="0"/>
        </a:xfrm>
      </p:grpSpPr>
      <p:sp>
        <p:nvSpPr>
          <p:cNvPr id="16" name="Rectangle 15" title="Decorative">
            <a:extLst>
              <a:ext uri="{FF2B5EF4-FFF2-40B4-BE49-F238E27FC236}">
                <a16:creationId xmlns:a16="http://schemas.microsoft.com/office/drawing/2014/main" id="{E0729B41-53A1-4BDC-BF75-A9E553C70D89}"/>
              </a:ext>
            </a:extLst>
          </p:cNvPr>
          <p:cNvSpPr/>
          <p:nvPr userDrawn="1"/>
        </p:nvSpPr>
        <p:spPr>
          <a:xfrm>
            <a:off x="0" y="1405466"/>
            <a:ext cx="12192000" cy="365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199" y="1906059"/>
            <a:ext cx="7882467" cy="1694180"/>
          </a:xfrm>
        </p:spPr>
        <p:txBody>
          <a:bodyPr lIns="0" anchor="t">
            <a:noAutofit/>
          </a:bodyPr>
          <a:lstStyle>
            <a:lvl1pPr>
              <a:defRPr sz="6600" b="1">
                <a:solidFill>
                  <a:schemeClr val="bg1"/>
                </a:solidFill>
                <a:latin typeface="+mj-lt"/>
              </a:defRPr>
            </a:lvl1pPr>
          </a:lstStyle>
          <a:p>
            <a:r>
              <a:rPr lang="en-US" dirty="0"/>
              <a:t>Section Header</a:t>
            </a:r>
          </a:p>
        </p:txBody>
      </p:sp>
      <p:sp>
        <p:nvSpPr>
          <p:cNvPr id="18" name="Text Placeholder 3">
            <a:extLst>
              <a:ext uri="{FF2B5EF4-FFF2-40B4-BE49-F238E27FC236}">
                <a16:creationId xmlns:a16="http://schemas.microsoft.com/office/drawing/2014/main" id="{6E820AC0-D6D8-48F9-9D9F-A17400A404BB}"/>
              </a:ext>
            </a:extLst>
          </p:cNvPr>
          <p:cNvSpPr>
            <a:spLocks noGrp="1"/>
          </p:cNvSpPr>
          <p:nvPr>
            <p:ph type="body" sz="quarter" idx="10" hasCustomPrompt="1"/>
          </p:nvPr>
        </p:nvSpPr>
        <p:spPr>
          <a:xfrm>
            <a:off x="8530361" y="4554447"/>
            <a:ext cx="2489200" cy="3124198"/>
          </a:xfrm>
          <a:solidFill>
            <a:schemeClr val="accent1">
              <a:lumMod val="60000"/>
              <a:lumOff val="40000"/>
            </a:schemeClr>
          </a:solidFill>
        </p:spPr>
        <p:txBody>
          <a:bodyPr bIns="0" anchor="b">
            <a:noAutofit/>
          </a:bodyPr>
          <a:lstStyle>
            <a:lvl1pPr marL="0" indent="0" algn="ctr">
              <a:buNone/>
              <a:defRPr sz="25000">
                <a:solidFill>
                  <a:schemeClr val="bg1"/>
                </a:solidFill>
                <a:latin typeface="+mj-lt"/>
                <a:cs typeface="Arial" panose="020B0604020202020204" pitchFamily="34" charset="0"/>
              </a:defRPr>
            </a:lvl1pPr>
          </a:lstStyle>
          <a:p>
            <a:pPr lvl="0"/>
            <a:r>
              <a:rPr lang="en-US" dirty="0"/>
              <a:t>2</a:t>
            </a:r>
          </a:p>
        </p:txBody>
      </p:sp>
    </p:spTree>
    <p:extLst>
      <p:ext uri="{BB962C8B-B14F-4D97-AF65-F5344CB8AC3E}">
        <p14:creationId xmlns:p14="http://schemas.microsoft.com/office/powerpoint/2010/main" val="11717688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0_Custom Layout">
    <p:bg>
      <p:bgPr>
        <a:solidFill>
          <a:schemeClr val="bg1"/>
        </a:solidFill>
        <a:effectLst/>
      </p:bgPr>
    </p:bg>
    <p:spTree>
      <p:nvGrpSpPr>
        <p:cNvPr id="1" name=""/>
        <p:cNvGrpSpPr/>
        <p:nvPr/>
      </p:nvGrpSpPr>
      <p:grpSpPr>
        <a:xfrm>
          <a:off x="0" y="0"/>
          <a:ext cx="0" cy="0"/>
          <a:chOff x="0" y="0"/>
          <a:chExt cx="0" cy="0"/>
        </a:xfrm>
      </p:grpSpPr>
      <p:sp>
        <p:nvSpPr>
          <p:cNvPr id="16" name="Rectangle 15" title="Decorative">
            <a:extLst>
              <a:ext uri="{FF2B5EF4-FFF2-40B4-BE49-F238E27FC236}">
                <a16:creationId xmlns:a16="http://schemas.microsoft.com/office/drawing/2014/main" id="{E0729B41-53A1-4BDC-BF75-A9E553C70D89}"/>
              </a:ext>
            </a:extLst>
          </p:cNvPr>
          <p:cNvSpPr/>
          <p:nvPr userDrawn="1"/>
        </p:nvSpPr>
        <p:spPr>
          <a:xfrm>
            <a:off x="0" y="1405466"/>
            <a:ext cx="12192000" cy="365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199" y="1906059"/>
            <a:ext cx="7882467" cy="1694180"/>
          </a:xfrm>
        </p:spPr>
        <p:txBody>
          <a:bodyPr lIns="0" anchor="t">
            <a:noAutofit/>
          </a:bodyPr>
          <a:lstStyle>
            <a:lvl1pPr>
              <a:defRPr sz="6600" b="1">
                <a:solidFill>
                  <a:schemeClr val="bg1"/>
                </a:solidFill>
                <a:latin typeface="+mj-lt"/>
              </a:defRPr>
            </a:lvl1pPr>
          </a:lstStyle>
          <a:p>
            <a:r>
              <a:rPr lang="en-US" dirty="0"/>
              <a:t>Section Header</a:t>
            </a:r>
          </a:p>
        </p:txBody>
      </p:sp>
      <p:sp>
        <p:nvSpPr>
          <p:cNvPr id="18" name="Text Placeholder 3">
            <a:extLst>
              <a:ext uri="{FF2B5EF4-FFF2-40B4-BE49-F238E27FC236}">
                <a16:creationId xmlns:a16="http://schemas.microsoft.com/office/drawing/2014/main" id="{6E820AC0-D6D8-48F9-9D9F-A17400A404BB}"/>
              </a:ext>
            </a:extLst>
          </p:cNvPr>
          <p:cNvSpPr>
            <a:spLocks noGrp="1"/>
          </p:cNvSpPr>
          <p:nvPr>
            <p:ph type="body" sz="quarter" idx="10" hasCustomPrompt="1"/>
          </p:nvPr>
        </p:nvSpPr>
        <p:spPr>
          <a:xfrm>
            <a:off x="8530361" y="4554447"/>
            <a:ext cx="2489200" cy="3124198"/>
          </a:xfrm>
          <a:solidFill>
            <a:schemeClr val="accent4">
              <a:lumMod val="40000"/>
              <a:lumOff val="60000"/>
            </a:schemeClr>
          </a:solidFill>
        </p:spPr>
        <p:txBody>
          <a:bodyPr bIns="0" anchor="b">
            <a:noAutofit/>
          </a:bodyPr>
          <a:lstStyle>
            <a:lvl1pPr marL="0" indent="0" algn="ctr">
              <a:buNone/>
              <a:defRPr sz="25000">
                <a:solidFill>
                  <a:schemeClr val="bg1"/>
                </a:solidFill>
                <a:latin typeface="+mj-lt"/>
                <a:cs typeface="Arial" panose="020B0604020202020204" pitchFamily="34" charset="0"/>
              </a:defRPr>
            </a:lvl1pPr>
          </a:lstStyle>
          <a:p>
            <a:pPr lvl="0"/>
            <a:r>
              <a:rPr lang="en-US" dirty="0"/>
              <a:t>2</a:t>
            </a:r>
          </a:p>
        </p:txBody>
      </p:sp>
    </p:spTree>
    <p:extLst>
      <p:ext uri="{BB962C8B-B14F-4D97-AF65-F5344CB8AC3E}">
        <p14:creationId xmlns:p14="http://schemas.microsoft.com/office/powerpoint/2010/main" val="27217497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9791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Image and Content">
    <p:spTree>
      <p:nvGrpSpPr>
        <p:cNvPr id="1" name=""/>
        <p:cNvGrpSpPr/>
        <p:nvPr/>
      </p:nvGrpSpPr>
      <p:grpSpPr>
        <a:xfrm>
          <a:off x="0" y="0"/>
          <a:ext cx="0" cy="0"/>
          <a:chOff x="0" y="0"/>
          <a:chExt cx="0" cy="0"/>
        </a:xfrm>
      </p:grpSpPr>
      <p:sp>
        <p:nvSpPr>
          <p:cNvPr id="7" name="Rectangle 6" title="Decorative">
            <a:extLst>
              <a:ext uri="{FF2B5EF4-FFF2-40B4-BE49-F238E27FC236}">
                <a16:creationId xmlns:a16="http://schemas.microsoft.com/office/drawing/2014/main" id="{BC0DB138-926E-4EF2-BFC2-93D610E35703}"/>
              </a:ext>
            </a:extLst>
          </p:cNvPr>
          <p:cNvSpPr/>
          <p:nvPr userDrawn="1"/>
        </p:nvSpPr>
        <p:spPr>
          <a:xfrm>
            <a:off x="0" y="0"/>
            <a:ext cx="6057900" cy="6857995"/>
          </a:xfrm>
          <a:prstGeom prst="rect">
            <a:avLst/>
          </a:prstGeom>
          <a:solidFill>
            <a:schemeClr val="accent2"/>
          </a:solidFill>
        </p:spPr>
        <p:txBody>
          <a:bodyPr vert="horz" lIns="1296000" tIns="45720" rIns="432000" bIns="45720" rtlCol="0" anchor="ctr">
            <a:normAutofit/>
          </a:bodyPr>
          <a:lstStyle/>
          <a:p>
            <a:pPr lvl="0" indent="0">
              <a:lnSpc>
                <a:spcPct val="100000"/>
              </a:lnSpc>
              <a:spcBef>
                <a:spcPts val="1000"/>
              </a:spcBef>
              <a:buFontTx/>
              <a:buNone/>
            </a:pPr>
            <a:endParaRPr lang="en-US" sz="1400" b="0" i="0" spc="0" noProof="0" dirty="0">
              <a:solidFill>
                <a:schemeClr val="tx2"/>
              </a:solidFill>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400"/>
            </a:lvl1pPr>
          </a:lstStyle>
          <a:p>
            <a:pPr lvl="0"/>
            <a:r>
              <a:rPr lang="en-US" noProof="0"/>
              <a:t>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400"/>
            </a:lvl1pPr>
          </a:lstStyle>
          <a:p>
            <a:pPr lvl="0"/>
            <a:r>
              <a:rPr lang="en-US" noProof="0"/>
              <a:t>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400"/>
            </a:lvl1pPr>
          </a:lstStyle>
          <a:p>
            <a:pPr lvl="0"/>
            <a:r>
              <a:rPr lang="en-US" noProof="0"/>
              <a:t>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400"/>
            </a:lvl1pPr>
          </a:lstStyle>
          <a:p>
            <a:pPr lvl="0"/>
            <a:r>
              <a:rPr lang="en-US" noProof="0"/>
              <a:t>Edit Master text styles</a:t>
            </a:r>
          </a:p>
        </p:txBody>
      </p:sp>
      <p:sp>
        <p:nvSpPr>
          <p:cNvPr id="15" name="Picture Placeholder 5" title="Decorative">
            <a:extLst>
              <a:ext uri="{FF2B5EF4-FFF2-40B4-BE49-F238E27FC236}">
                <a16:creationId xmlns:a16="http://schemas.microsoft.com/office/drawing/2014/main" id="{EADDC907-00BA-437D-8631-DCDAA19616AC}"/>
              </a:ext>
            </a:extLst>
          </p:cNvPr>
          <p:cNvSpPr>
            <a:spLocks noGrp="1"/>
          </p:cNvSpPr>
          <p:nvPr>
            <p:ph type="pic" sz="quarter" idx="13"/>
          </p:nvPr>
        </p:nvSpPr>
        <p:spPr>
          <a:xfrm>
            <a:off x="6749917" y="1002146"/>
            <a:ext cx="885235" cy="885235"/>
          </a:xfrm>
          <a:prstGeom prst="ellipse">
            <a:avLst/>
          </a:prstGeom>
          <a:solidFill>
            <a:schemeClr val="bg1"/>
          </a:solidFill>
          <a:ln w="19050">
            <a:noFill/>
          </a:ln>
        </p:spPr>
        <p:txBody>
          <a:bodyPr>
            <a:normAutofit/>
          </a:bodyPr>
          <a:lstStyle>
            <a:lvl1pPr>
              <a:defRPr sz="800"/>
            </a:lvl1pPr>
          </a:lstStyle>
          <a:p>
            <a:r>
              <a:rPr lang="en-US" noProof="0"/>
              <a:t>Click icon to add picture</a:t>
            </a:r>
            <a:endParaRPr lang="en-US" noProof="0" dirty="0"/>
          </a:p>
        </p:txBody>
      </p:sp>
      <p:sp>
        <p:nvSpPr>
          <p:cNvPr id="21" name="Picture Placeholder 5" title="Decorative">
            <a:extLst>
              <a:ext uri="{FF2B5EF4-FFF2-40B4-BE49-F238E27FC236}">
                <a16:creationId xmlns:a16="http://schemas.microsoft.com/office/drawing/2014/main" id="{44A0EDB5-B80A-4225-9741-99690ADBCE8D}"/>
              </a:ext>
            </a:extLst>
          </p:cNvPr>
          <p:cNvSpPr>
            <a:spLocks noGrp="1"/>
          </p:cNvSpPr>
          <p:nvPr>
            <p:ph type="pic" sz="quarter" idx="14"/>
          </p:nvPr>
        </p:nvSpPr>
        <p:spPr>
          <a:xfrm>
            <a:off x="6749917" y="2291505"/>
            <a:ext cx="885235" cy="885235"/>
          </a:xfrm>
          <a:prstGeom prst="ellipse">
            <a:avLst/>
          </a:prstGeom>
          <a:solidFill>
            <a:schemeClr val="bg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22" name="Picture Placeholder 5" title="Decorative">
            <a:extLst>
              <a:ext uri="{FF2B5EF4-FFF2-40B4-BE49-F238E27FC236}">
                <a16:creationId xmlns:a16="http://schemas.microsoft.com/office/drawing/2014/main" id="{E5C18081-A6EE-421D-96AC-0A7FA46F744A}"/>
              </a:ext>
            </a:extLst>
          </p:cNvPr>
          <p:cNvSpPr>
            <a:spLocks noGrp="1"/>
          </p:cNvSpPr>
          <p:nvPr>
            <p:ph type="pic" sz="quarter" idx="15"/>
          </p:nvPr>
        </p:nvSpPr>
        <p:spPr>
          <a:xfrm>
            <a:off x="6749917" y="3580864"/>
            <a:ext cx="885235" cy="885235"/>
          </a:xfrm>
          <a:prstGeom prst="ellipse">
            <a:avLst/>
          </a:prstGeom>
          <a:solidFill>
            <a:schemeClr val="bg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23" name="Picture Placeholder 5" title="Decorative">
            <a:extLst>
              <a:ext uri="{FF2B5EF4-FFF2-40B4-BE49-F238E27FC236}">
                <a16:creationId xmlns:a16="http://schemas.microsoft.com/office/drawing/2014/main" id="{1D21CB0A-3210-4B51-85A0-5111AEBA214F}"/>
              </a:ext>
            </a:extLst>
          </p:cNvPr>
          <p:cNvSpPr>
            <a:spLocks noGrp="1"/>
          </p:cNvSpPr>
          <p:nvPr>
            <p:ph type="pic" sz="quarter" idx="16"/>
          </p:nvPr>
        </p:nvSpPr>
        <p:spPr>
          <a:xfrm>
            <a:off x="6749917" y="4870223"/>
            <a:ext cx="885235" cy="885235"/>
          </a:xfrm>
          <a:prstGeom prst="ellipse">
            <a:avLst/>
          </a:prstGeom>
          <a:solidFill>
            <a:schemeClr val="bg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24"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7" y="1100290"/>
            <a:ext cx="4008437" cy="1395208"/>
          </a:xfrm>
        </p:spPr>
        <p:txBody>
          <a:bodyPr lIns="0" anchor="b"/>
          <a:lstStyle>
            <a:lvl1pPr>
              <a:defRPr b="1">
                <a:solidFill>
                  <a:schemeClr val="bg1"/>
                </a:solidFill>
              </a:defRPr>
            </a:lvl1pPr>
          </a:lstStyle>
          <a:p>
            <a:r>
              <a:rPr lang="en-US" noProof="0"/>
              <a:t>Click to Add Slide Title Here</a:t>
            </a:r>
          </a:p>
        </p:txBody>
      </p:sp>
      <p:sp>
        <p:nvSpPr>
          <p:cNvPr id="25"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8" y="2561159"/>
            <a:ext cx="4008437" cy="602887"/>
          </a:xfrm>
        </p:spPr>
        <p:txBody>
          <a:bodyPr lIns="0" anchor="t">
            <a:normAutofit/>
          </a:bodyPr>
          <a:lstStyle>
            <a:lvl1pPr marL="0" indent="0">
              <a:buNone/>
              <a:defRPr sz="1400" spc="300">
                <a:solidFill>
                  <a:schemeClr val="bg1"/>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26"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0" y="3498661"/>
            <a:ext cx="4008438" cy="2560899"/>
          </a:xfrm>
        </p:spPr>
        <p:txBody>
          <a:bodyPr lIns="0">
            <a:noAutofit/>
          </a:bodyPr>
          <a:lstStyle>
            <a:lvl1pPr marL="0" indent="0">
              <a:lnSpc>
                <a:spcPct val="100000"/>
              </a:lnSpc>
              <a:buNone/>
              <a:defRPr sz="1400">
                <a:solidFill>
                  <a:schemeClr val="bg1"/>
                </a:solidFill>
                <a:latin typeface="+mn-lt"/>
                <a:cs typeface="Arial" panose="020B0604020202020204" pitchFamily="34" charset="0"/>
              </a:defRPr>
            </a:lvl1pPr>
          </a:lstStyle>
          <a:p>
            <a:pPr lvl="0"/>
            <a:r>
              <a:rPr lang="en-US" noProof="0"/>
              <a:t>Edit Master text styles</a:t>
            </a:r>
          </a:p>
        </p:txBody>
      </p:sp>
      <p:sp>
        <p:nvSpPr>
          <p:cNvPr id="27" name="Shape 62" title="Decorative">
            <a:extLst>
              <a:ext uri="{FF2B5EF4-FFF2-40B4-BE49-F238E27FC236}">
                <a16:creationId xmlns:a16="http://schemas.microsoft.com/office/drawing/2014/main" id="{E1A23DB6-E067-4A30-8C4B-98B452428518}"/>
              </a:ext>
            </a:extLst>
          </p:cNvPr>
          <p:cNvSpPr/>
          <p:nvPr userDrawn="1"/>
        </p:nvSpPr>
        <p:spPr>
          <a:xfrm rot="16200000" flipV="1">
            <a:off x="1918496" y="2124643"/>
            <a:ext cx="0" cy="2188806"/>
          </a:xfrm>
          <a:prstGeom prst="line">
            <a:avLst/>
          </a:prstGeom>
          <a:ln w="76200">
            <a:solidFill>
              <a:schemeClr val="accent2">
                <a:lumMod val="50000"/>
                <a:lumOff val="5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solidFill>
                <a:schemeClr val="bg1"/>
              </a:solidFill>
            </a:endParaRPr>
          </a:p>
        </p:txBody>
      </p:sp>
    </p:spTree>
    <p:extLst>
      <p:ext uri="{BB962C8B-B14F-4D97-AF65-F5344CB8AC3E}">
        <p14:creationId xmlns:p14="http://schemas.microsoft.com/office/powerpoint/2010/main" val="4144426491"/>
      </p:ext>
    </p:extLst>
  </p:cSld>
  <p:clrMapOvr>
    <a:masterClrMapping/>
  </p:clrMapOvr>
  <p:extLst>
    <p:ext uri="{DCECCB84-F9BA-43D5-87BE-67443E8EF086}">
      <p15:sldGuideLst xmlns:p15="http://schemas.microsoft.com/office/powerpoint/2012/main">
        <p15:guide id="1" orient="horz" pos="2160">
          <p15:clr>
            <a:srgbClr val="FBAE40"/>
          </p15:clr>
        </p15:guide>
        <p15:guide id="2" pos="5382"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Image and Conten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58980"/>
            <a:ext cx="3977648" cy="731694"/>
          </a:xfrm>
        </p:spPr>
        <p:txBody>
          <a:bodyPr anchor="ctr">
            <a:normAutofit/>
          </a:bodyPr>
          <a:lstStyle>
            <a:lvl1pPr marL="0" indent="0">
              <a:buNone/>
              <a:defRPr sz="1400"/>
            </a:lvl1pPr>
          </a:lstStyle>
          <a:p>
            <a:pPr lvl="0"/>
            <a:r>
              <a:rPr lang="en-US" noProof="0"/>
              <a:t>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400"/>
            </a:lvl1pPr>
          </a:lstStyle>
          <a:p>
            <a:pPr lvl="0"/>
            <a:r>
              <a:rPr lang="en-US" noProof="0"/>
              <a:t>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400"/>
            </a:lvl1pPr>
          </a:lstStyle>
          <a:p>
            <a:pPr lvl="0"/>
            <a:r>
              <a:rPr lang="en-US" noProof="0"/>
              <a:t>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400"/>
            </a:lvl1pPr>
          </a:lstStyle>
          <a:p>
            <a:pPr lvl="0"/>
            <a:r>
              <a:rPr lang="en-US" noProof="0"/>
              <a:t>Edit Master text styles</a:t>
            </a:r>
          </a:p>
        </p:txBody>
      </p:sp>
      <p:sp>
        <p:nvSpPr>
          <p:cNvPr id="14"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7" y="1100290"/>
            <a:ext cx="4008437" cy="1395208"/>
          </a:xfrm>
        </p:spPr>
        <p:txBody>
          <a:bodyPr lIns="0" anchor="b"/>
          <a:lstStyle>
            <a:lvl1pPr>
              <a:defRPr b="1"/>
            </a:lvl1pPr>
          </a:lstStyle>
          <a:p>
            <a:r>
              <a:rPr lang="en-US" noProof="0"/>
              <a:t>Click to Add Slide Title Here</a:t>
            </a:r>
          </a:p>
        </p:txBody>
      </p:sp>
      <p:sp>
        <p:nvSpPr>
          <p:cNvPr id="20"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8" y="2561159"/>
            <a:ext cx="4008437" cy="602887"/>
          </a:xfrm>
        </p:spPr>
        <p:txBody>
          <a:bodyPr lIns="0" anchor="t">
            <a:normAutofit/>
          </a:bodyPr>
          <a:lstStyle>
            <a:lvl1pPr marL="0" indent="0">
              <a:buNone/>
              <a:defRPr sz="1400" spc="300">
                <a:solidFill>
                  <a:schemeClr val="tx2"/>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24"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0" y="3498661"/>
            <a:ext cx="4008438" cy="2560899"/>
          </a:xfrm>
        </p:spPr>
        <p:txBody>
          <a:bodyPr lIns="0">
            <a:noAutofit/>
          </a:bodyPr>
          <a:lstStyle>
            <a:lvl1pPr marL="0" indent="0">
              <a:lnSpc>
                <a:spcPct val="100000"/>
              </a:lnSpc>
              <a:buNone/>
              <a:defRPr sz="1400">
                <a:latin typeface="+mn-lt"/>
                <a:cs typeface="Arial" panose="020B0604020202020204" pitchFamily="34" charset="0"/>
              </a:defRPr>
            </a:lvl1pPr>
          </a:lstStyle>
          <a:p>
            <a:pPr lvl="0"/>
            <a:r>
              <a:rPr lang="en-US" noProof="0"/>
              <a:t>Edit Master text styles</a:t>
            </a:r>
          </a:p>
        </p:txBody>
      </p:sp>
      <p:sp>
        <p:nvSpPr>
          <p:cNvPr id="25" name="Shape 62" title="Decorative">
            <a:extLst>
              <a:ext uri="{FF2B5EF4-FFF2-40B4-BE49-F238E27FC236}">
                <a16:creationId xmlns:a16="http://schemas.microsoft.com/office/drawing/2014/main" id="{E1A23DB6-E067-4A30-8C4B-98B452428518}"/>
              </a:ext>
            </a:extLst>
          </p:cNvPr>
          <p:cNvSpPr/>
          <p:nvPr userDrawn="1"/>
        </p:nvSpPr>
        <p:spPr>
          <a:xfrm rot="16200000" flipV="1">
            <a:off x="1918496" y="2124643"/>
            <a:ext cx="0" cy="2188806"/>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
        <p:nvSpPr>
          <p:cNvPr id="2" name="Oval 1">
            <a:extLst>
              <a:ext uri="{FF2B5EF4-FFF2-40B4-BE49-F238E27FC236}">
                <a16:creationId xmlns:a16="http://schemas.microsoft.com/office/drawing/2014/main" id="{7E5B409A-28A1-4F13-9C1C-E15291930DF1}"/>
              </a:ext>
            </a:extLst>
          </p:cNvPr>
          <p:cNvSpPr/>
          <p:nvPr userDrawn="1"/>
        </p:nvSpPr>
        <p:spPr>
          <a:xfrm>
            <a:off x="6721671" y="1047456"/>
            <a:ext cx="754743" cy="7547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a16="http://schemas.microsoft.com/office/drawing/2014/main" id="{B0A9508C-D302-4643-AFFA-37BE20A4CF91}"/>
              </a:ext>
            </a:extLst>
          </p:cNvPr>
          <p:cNvSpPr/>
          <p:nvPr userDrawn="1"/>
        </p:nvSpPr>
        <p:spPr>
          <a:xfrm>
            <a:off x="6721671" y="2342488"/>
            <a:ext cx="754743" cy="7547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3C430BF1-F654-4C13-9094-97AE78B80696}"/>
              </a:ext>
            </a:extLst>
          </p:cNvPr>
          <p:cNvSpPr/>
          <p:nvPr userDrawn="1"/>
        </p:nvSpPr>
        <p:spPr>
          <a:xfrm>
            <a:off x="6721671" y="3644740"/>
            <a:ext cx="754743" cy="7547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94F3E6A2-CCB8-4870-9797-40002216D2B3}"/>
              </a:ext>
            </a:extLst>
          </p:cNvPr>
          <p:cNvSpPr/>
          <p:nvPr userDrawn="1"/>
        </p:nvSpPr>
        <p:spPr>
          <a:xfrm>
            <a:off x="6721671" y="4935469"/>
            <a:ext cx="754743" cy="7547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3">
            <a:extLst>
              <a:ext uri="{FF2B5EF4-FFF2-40B4-BE49-F238E27FC236}">
                <a16:creationId xmlns:a16="http://schemas.microsoft.com/office/drawing/2014/main" id="{83725AD6-E3CC-4FAC-94F3-1F4CB56D222F}"/>
              </a:ext>
            </a:extLst>
          </p:cNvPr>
          <p:cNvSpPr>
            <a:spLocks noGrp="1"/>
          </p:cNvSpPr>
          <p:nvPr>
            <p:ph type="pic" sz="quarter" idx="21"/>
          </p:nvPr>
        </p:nvSpPr>
        <p:spPr>
          <a:xfrm>
            <a:off x="6874411" y="1200196"/>
            <a:ext cx="449262" cy="449263"/>
          </a:xfrm>
        </p:spPr>
        <p:txBody>
          <a:bodyPr anchor="ctr">
            <a:normAutofit/>
          </a:bodyPr>
          <a:lstStyle>
            <a:lvl1pPr marL="0" indent="0" algn="ctr">
              <a:buNone/>
              <a:defRPr sz="700">
                <a:solidFill>
                  <a:schemeClr val="bg1"/>
                </a:solidFill>
              </a:defRPr>
            </a:lvl1pPr>
          </a:lstStyle>
          <a:p>
            <a:r>
              <a:rPr lang="en-US" noProof="0"/>
              <a:t>Click icon to add picture</a:t>
            </a:r>
            <a:endParaRPr lang="en-US" noProof="0" dirty="0"/>
          </a:p>
        </p:txBody>
      </p:sp>
      <p:sp>
        <p:nvSpPr>
          <p:cNvPr id="28" name="Picture Placeholder 3">
            <a:extLst>
              <a:ext uri="{FF2B5EF4-FFF2-40B4-BE49-F238E27FC236}">
                <a16:creationId xmlns:a16="http://schemas.microsoft.com/office/drawing/2014/main" id="{C80D4B49-1275-4A83-A987-EC233FB6CC38}"/>
              </a:ext>
            </a:extLst>
          </p:cNvPr>
          <p:cNvSpPr>
            <a:spLocks noGrp="1"/>
          </p:cNvSpPr>
          <p:nvPr>
            <p:ph type="pic" sz="quarter" idx="22"/>
          </p:nvPr>
        </p:nvSpPr>
        <p:spPr>
          <a:xfrm>
            <a:off x="6874411" y="2506752"/>
            <a:ext cx="449262" cy="449263"/>
          </a:xfrm>
        </p:spPr>
        <p:txBody>
          <a:bodyPr anchor="ctr">
            <a:normAutofit/>
          </a:bodyPr>
          <a:lstStyle>
            <a:lvl1pPr marL="0" indent="0" algn="ctr">
              <a:buNone/>
              <a:defRPr sz="700">
                <a:solidFill>
                  <a:schemeClr val="bg1"/>
                </a:solidFill>
              </a:defRPr>
            </a:lvl1pPr>
          </a:lstStyle>
          <a:p>
            <a:r>
              <a:rPr lang="en-US" noProof="0"/>
              <a:t>Click icon to add picture</a:t>
            </a:r>
            <a:endParaRPr lang="en-US" noProof="0" dirty="0"/>
          </a:p>
        </p:txBody>
      </p:sp>
      <p:sp>
        <p:nvSpPr>
          <p:cNvPr id="29" name="Picture Placeholder 3">
            <a:extLst>
              <a:ext uri="{FF2B5EF4-FFF2-40B4-BE49-F238E27FC236}">
                <a16:creationId xmlns:a16="http://schemas.microsoft.com/office/drawing/2014/main" id="{7B475AE2-C1A9-4191-A31B-5D6893397E23}"/>
              </a:ext>
            </a:extLst>
          </p:cNvPr>
          <p:cNvSpPr>
            <a:spLocks noGrp="1"/>
          </p:cNvSpPr>
          <p:nvPr>
            <p:ph type="pic" sz="quarter" idx="23"/>
          </p:nvPr>
        </p:nvSpPr>
        <p:spPr>
          <a:xfrm>
            <a:off x="6874411" y="3797479"/>
            <a:ext cx="449262" cy="449263"/>
          </a:xfrm>
        </p:spPr>
        <p:txBody>
          <a:bodyPr anchor="ctr">
            <a:normAutofit/>
          </a:bodyPr>
          <a:lstStyle>
            <a:lvl1pPr marL="0" indent="0" algn="ctr">
              <a:buNone/>
              <a:defRPr sz="700">
                <a:solidFill>
                  <a:schemeClr val="bg1"/>
                </a:solidFill>
              </a:defRPr>
            </a:lvl1pPr>
          </a:lstStyle>
          <a:p>
            <a:r>
              <a:rPr lang="en-US" noProof="0"/>
              <a:t>Click icon to add picture</a:t>
            </a:r>
            <a:endParaRPr lang="en-US" noProof="0" dirty="0"/>
          </a:p>
        </p:txBody>
      </p:sp>
      <p:sp>
        <p:nvSpPr>
          <p:cNvPr id="30" name="Picture Placeholder 3">
            <a:extLst>
              <a:ext uri="{FF2B5EF4-FFF2-40B4-BE49-F238E27FC236}">
                <a16:creationId xmlns:a16="http://schemas.microsoft.com/office/drawing/2014/main" id="{C29F28E2-C28B-447C-818F-8676A82EEAA9}"/>
              </a:ext>
            </a:extLst>
          </p:cNvPr>
          <p:cNvSpPr>
            <a:spLocks noGrp="1"/>
          </p:cNvSpPr>
          <p:nvPr>
            <p:ph type="pic" sz="quarter" idx="24"/>
          </p:nvPr>
        </p:nvSpPr>
        <p:spPr>
          <a:xfrm>
            <a:off x="6874411" y="5088208"/>
            <a:ext cx="449262" cy="449263"/>
          </a:xfrm>
        </p:spPr>
        <p:txBody>
          <a:bodyPr anchor="ctr">
            <a:normAutofit/>
          </a:bodyPr>
          <a:lstStyle>
            <a:lvl1pPr marL="0" indent="0" algn="ctr">
              <a:buNone/>
              <a:defRPr sz="700">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2219225103"/>
      </p:ext>
    </p:extLst>
  </p:cSld>
  <p:clrMapOvr>
    <a:masterClrMapping/>
  </p:clrMapOvr>
  <p:extLst>
    <p:ext uri="{DCECCB84-F9BA-43D5-87BE-67443E8EF086}">
      <p15:sldGuideLst xmlns:p15="http://schemas.microsoft.com/office/powerpoint/2012/main">
        <p15:guide id="1" orient="horz" pos="2160">
          <p15:clr>
            <a:srgbClr val="FBAE40"/>
          </p15:clr>
        </p15:guide>
        <p15:guide id="2" pos="3863">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Image and Content">
    <p:spTree>
      <p:nvGrpSpPr>
        <p:cNvPr id="1" name=""/>
        <p:cNvGrpSpPr/>
        <p:nvPr/>
      </p:nvGrpSpPr>
      <p:grpSpPr>
        <a:xfrm>
          <a:off x="0" y="0"/>
          <a:ext cx="0" cy="0"/>
          <a:chOff x="0" y="0"/>
          <a:chExt cx="0" cy="0"/>
        </a:xfrm>
      </p:grpSpPr>
      <p:sp>
        <p:nvSpPr>
          <p:cNvPr id="7" name="Rectangle 6" title="Decorative">
            <a:extLst>
              <a:ext uri="{FF2B5EF4-FFF2-40B4-BE49-F238E27FC236}">
                <a16:creationId xmlns:a16="http://schemas.microsoft.com/office/drawing/2014/main" id="{BC0DB138-926E-4EF2-BFC2-93D610E35703}"/>
              </a:ext>
            </a:extLst>
          </p:cNvPr>
          <p:cNvSpPr/>
          <p:nvPr userDrawn="1"/>
        </p:nvSpPr>
        <p:spPr>
          <a:xfrm>
            <a:off x="0" y="3721472"/>
            <a:ext cx="12192000" cy="3136523"/>
          </a:xfrm>
          <a:prstGeom prst="rect">
            <a:avLst/>
          </a:prstGeom>
          <a:solidFill>
            <a:schemeClr val="accent2"/>
          </a:solidFill>
        </p:spPr>
        <p:txBody>
          <a:bodyPr vert="horz" lIns="1296000" tIns="45720" rIns="432000" bIns="45720" rtlCol="0" anchor="ctr">
            <a:normAutofit/>
          </a:bodyPr>
          <a:lstStyle/>
          <a:p>
            <a:pPr lvl="0" indent="0">
              <a:lnSpc>
                <a:spcPct val="100000"/>
              </a:lnSpc>
              <a:spcBef>
                <a:spcPts val="1000"/>
              </a:spcBef>
              <a:buFontTx/>
              <a:buNone/>
            </a:pPr>
            <a:endParaRPr lang="en-US" sz="1400" b="0" i="0" spc="0" noProof="0" dirty="0">
              <a:solidFill>
                <a:schemeClr val="tx2"/>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668543" y="358610"/>
            <a:ext cx="10854914" cy="804759"/>
          </a:xfrm>
        </p:spPr>
        <p:txBody>
          <a:bodyPr lIns="0" anchor="b">
            <a:normAutofit/>
          </a:bodyPr>
          <a:lstStyle>
            <a:lvl1pPr algn="ctr">
              <a:defRPr sz="4000" b="1"/>
            </a:lvl1pPr>
          </a:lstStyle>
          <a:p>
            <a:r>
              <a:rPr lang="en-US" noProof="0"/>
              <a:t>Click to Add Slide Title Here</a:t>
            </a:r>
          </a:p>
        </p:txBody>
      </p:sp>
      <p:sp>
        <p:nvSpPr>
          <p:cNvPr id="6" name="Picture Placeholder 5" title="Decorative">
            <a:extLst>
              <a:ext uri="{FF2B5EF4-FFF2-40B4-BE49-F238E27FC236}">
                <a16:creationId xmlns:a16="http://schemas.microsoft.com/office/drawing/2014/main" id="{8C7AA169-6546-4620-BD7B-7B36553C28F7}"/>
              </a:ext>
            </a:extLst>
          </p:cNvPr>
          <p:cNvSpPr>
            <a:spLocks noGrp="1"/>
          </p:cNvSpPr>
          <p:nvPr>
            <p:ph type="pic" sz="quarter" idx="13"/>
          </p:nvPr>
        </p:nvSpPr>
        <p:spPr>
          <a:xfrm>
            <a:off x="1378803" y="2592710"/>
            <a:ext cx="973759" cy="973759"/>
          </a:xfrm>
          <a:prstGeom prst="ellipse">
            <a:avLst/>
          </a:prstGeom>
          <a:solidFill>
            <a:schemeClr val="bg1"/>
          </a:solidFill>
          <a:ln w="19050">
            <a:noFill/>
          </a:ln>
        </p:spPr>
        <p:txBody>
          <a:bodyPr>
            <a:normAutofit/>
          </a:bodyPr>
          <a:lstStyle>
            <a:lvl1pPr>
              <a:defRPr sz="800"/>
            </a:lvl1pPr>
          </a:lstStyle>
          <a:p>
            <a:r>
              <a:rPr lang="en-US" noProof="0"/>
              <a:t>Click icon to add picture</a:t>
            </a:r>
            <a:endParaRPr lang="en-US" noProof="0" dirty="0"/>
          </a:p>
        </p:txBody>
      </p:sp>
      <p:sp>
        <p:nvSpPr>
          <p:cNvPr id="11" name="Picture Placeholder 5" title="Decorative">
            <a:extLst>
              <a:ext uri="{FF2B5EF4-FFF2-40B4-BE49-F238E27FC236}">
                <a16:creationId xmlns:a16="http://schemas.microsoft.com/office/drawing/2014/main" id="{CE9C16DA-A24B-4516-BCC8-C747730478D8}"/>
              </a:ext>
            </a:extLst>
          </p:cNvPr>
          <p:cNvSpPr>
            <a:spLocks noGrp="1"/>
          </p:cNvSpPr>
          <p:nvPr>
            <p:ph type="pic" sz="quarter" idx="14"/>
          </p:nvPr>
        </p:nvSpPr>
        <p:spPr>
          <a:xfrm>
            <a:off x="4226108" y="2592710"/>
            <a:ext cx="973759" cy="973759"/>
          </a:xfrm>
          <a:prstGeom prst="ellipse">
            <a:avLst/>
          </a:prstGeom>
          <a:solidFill>
            <a:schemeClr val="bg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13" name="Picture Placeholder 5" title="Decorative">
            <a:extLst>
              <a:ext uri="{FF2B5EF4-FFF2-40B4-BE49-F238E27FC236}">
                <a16:creationId xmlns:a16="http://schemas.microsoft.com/office/drawing/2014/main" id="{A498122E-BB6F-4765-B85E-6410B9CE17AC}"/>
              </a:ext>
            </a:extLst>
          </p:cNvPr>
          <p:cNvSpPr>
            <a:spLocks noGrp="1"/>
          </p:cNvSpPr>
          <p:nvPr>
            <p:ph type="pic" sz="quarter" idx="15"/>
          </p:nvPr>
        </p:nvSpPr>
        <p:spPr>
          <a:xfrm>
            <a:off x="7073413" y="2592710"/>
            <a:ext cx="973759" cy="973759"/>
          </a:xfrm>
          <a:prstGeom prst="ellipse">
            <a:avLst/>
          </a:prstGeom>
          <a:solidFill>
            <a:schemeClr val="bg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14" name="Picture Placeholder 5" title="Decorative">
            <a:extLst>
              <a:ext uri="{FF2B5EF4-FFF2-40B4-BE49-F238E27FC236}">
                <a16:creationId xmlns:a16="http://schemas.microsoft.com/office/drawing/2014/main" id="{D19B2F25-5E98-4166-8476-BE599D16121D}"/>
              </a:ext>
            </a:extLst>
          </p:cNvPr>
          <p:cNvSpPr>
            <a:spLocks noGrp="1"/>
          </p:cNvSpPr>
          <p:nvPr>
            <p:ph type="pic" sz="quarter" idx="16"/>
          </p:nvPr>
        </p:nvSpPr>
        <p:spPr>
          <a:xfrm>
            <a:off x="9920718" y="2592710"/>
            <a:ext cx="973759" cy="973759"/>
          </a:xfrm>
          <a:prstGeom prst="ellipse">
            <a:avLst/>
          </a:prstGeom>
          <a:solidFill>
            <a:schemeClr val="bg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630780" y="3920809"/>
            <a:ext cx="2469806" cy="731694"/>
          </a:xfrm>
        </p:spPr>
        <p:txBody>
          <a:bodyPr anchor="t">
            <a:normAutofit/>
          </a:bodyPr>
          <a:lstStyle>
            <a:lvl1pPr marL="0" indent="0" algn="ctr">
              <a:buNone/>
              <a:defRPr sz="1400">
                <a:solidFill>
                  <a:schemeClr val="bg1"/>
                </a:solidFill>
              </a:defRPr>
            </a:lvl1pPr>
          </a:lstStyle>
          <a:p>
            <a:pPr lvl="0"/>
            <a:r>
              <a:rPr lang="en-US" noProof="0"/>
              <a:t>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3476825" y="3923752"/>
            <a:ext cx="2469806" cy="731694"/>
          </a:xfrm>
        </p:spPr>
        <p:txBody>
          <a:bodyPr anchor="t">
            <a:normAutofit/>
          </a:bodyPr>
          <a:lstStyle>
            <a:lvl1pPr marL="0" indent="0" algn="ctr">
              <a:buNone/>
              <a:defRPr sz="1400">
                <a:solidFill>
                  <a:schemeClr val="bg1"/>
                </a:solidFill>
              </a:defRPr>
            </a:lvl1pPr>
          </a:lstStyle>
          <a:p>
            <a:pPr lvl="0"/>
            <a:r>
              <a:rPr lang="en-US" noProof="0"/>
              <a:t>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6322870" y="3920809"/>
            <a:ext cx="2469806" cy="731694"/>
          </a:xfrm>
        </p:spPr>
        <p:txBody>
          <a:bodyPr anchor="t">
            <a:normAutofit/>
          </a:bodyPr>
          <a:lstStyle>
            <a:lvl1pPr marL="0" indent="0" algn="ctr">
              <a:buNone/>
              <a:defRPr sz="1400">
                <a:solidFill>
                  <a:schemeClr val="bg1"/>
                </a:solidFill>
              </a:defRPr>
            </a:lvl1pPr>
          </a:lstStyle>
          <a:p>
            <a:pPr lvl="0"/>
            <a:r>
              <a:rPr lang="en-US" noProof="0"/>
              <a:t>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9168916" y="3916626"/>
            <a:ext cx="2469806" cy="731694"/>
          </a:xfrm>
        </p:spPr>
        <p:txBody>
          <a:bodyPr anchor="t">
            <a:normAutofit/>
          </a:bodyPr>
          <a:lstStyle>
            <a:lvl1pPr marL="0" indent="0" algn="ctr">
              <a:buNone/>
              <a:defRPr sz="1400">
                <a:solidFill>
                  <a:schemeClr val="bg1"/>
                </a:solidFill>
              </a:defRPr>
            </a:lvl1pPr>
          </a:lstStyle>
          <a:p>
            <a:pPr lvl="0"/>
            <a:r>
              <a:rPr lang="en-US" noProof="0"/>
              <a:t>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668544" y="1489701"/>
            <a:ext cx="10854914" cy="541483"/>
          </a:xfrm>
        </p:spPr>
        <p:txBody>
          <a:bodyPr lIns="0">
            <a:noAutofit/>
          </a:bodyPr>
          <a:lstStyle>
            <a:lvl1pPr marL="0" indent="0" algn="ctr">
              <a:lnSpc>
                <a:spcPct val="100000"/>
              </a:lnSpc>
              <a:buNone/>
              <a:defRPr sz="1400">
                <a:latin typeface="+mj-lt"/>
                <a:cs typeface="Arial" panose="020B0604020202020204" pitchFamily="34" charset="0"/>
              </a:defRPr>
            </a:lvl1pPr>
          </a:lstStyle>
          <a:p>
            <a:pPr lvl="0"/>
            <a:r>
              <a:rPr lang="en-US" noProof="0"/>
              <a:t>Edit Master text styles</a:t>
            </a:r>
          </a:p>
        </p:txBody>
      </p:sp>
      <p:sp>
        <p:nvSpPr>
          <p:cNvPr id="15"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222583"/>
            <a:ext cx="0" cy="2188805"/>
          </a:xfrm>
          <a:prstGeom prst="line">
            <a:avLst/>
          </a:prstGeom>
          <a:ln w="76200">
            <a:solidFill>
              <a:schemeClr val="accent2">
                <a:lumMod val="75000"/>
                <a:lumOff val="25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Tree>
    <p:extLst>
      <p:ext uri="{BB962C8B-B14F-4D97-AF65-F5344CB8AC3E}">
        <p14:creationId xmlns:p14="http://schemas.microsoft.com/office/powerpoint/2010/main" val="638410284"/>
      </p:ext>
    </p:extLst>
  </p:cSld>
  <p:clrMapOvr>
    <a:masterClrMapping/>
  </p:clrMapOvr>
  <p:extLst>
    <p:ext uri="{DCECCB84-F9BA-43D5-87BE-67443E8EF086}">
      <p15:sldGuideLst xmlns:p15="http://schemas.microsoft.com/office/powerpoint/2012/main">
        <p15:guide id="1" orient="horz" pos="2160">
          <p15:clr>
            <a:srgbClr val="FBAE40"/>
          </p15:clr>
        </p15:guide>
        <p15:guide id="2" pos="386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Image and Conten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630780" y="4601529"/>
            <a:ext cx="2469806" cy="1562154"/>
          </a:xfrm>
        </p:spPr>
        <p:txBody>
          <a:bodyPr anchor="t">
            <a:normAutofit/>
          </a:bodyPr>
          <a:lstStyle>
            <a:lvl1pPr marL="0" indent="0" algn="ctr">
              <a:buNone/>
              <a:defRPr sz="1400"/>
            </a:lvl1pPr>
          </a:lstStyle>
          <a:p>
            <a:pPr lvl="0"/>
            <a:r>
              <a:rPr lang="en-US" noProof="0"/>
              <a:t>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3476825" y="4604472"/>
            <a:ext cx="2469806" cy="1562154"/>
          </a:xfrm>
        </p:spPr>
        <p:txBody>
          <a:bodyPr anchor="t">
            <a:normAutofit/>
          </a:bodyPr>
          <a:lstStyle>
            <a:lvl1pPr marL="0" indent="0" algn="ctr">
              <a:buNone/>
              <a:defRPr sz="1400"/>
            </a:lvl1pPr>
          </a:lstStyle>
          <a:p>
            <a:pPr lvl="0"/>
            <a:r>
              <a:rPr lang="en-US" noProof="0"/>
              <a:t>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6322870" y="4601529"/>
            <a:ext cx="2469806" cy="1562154"/>
          </a:xfrm>
        </p:spPr>
        <p:txBody>
          <a:bodyPr anchor="t">
            <a:normAutofit/>
          </a:bodyPr>
          <a:lstStyle>
            <a:lvl1pPr marL="0" indent="0" algn="ctr">
              <a:buNone/>
              <a:defRPr sz="1400"/>
            </a:lvl1pPr>
          </a:lstStyle>
          <a:p>
            <a:pPr lvl="0"/>
            <a:r>
              <a:rPr lang="en-US" noProof="0"/>
              <a:t>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9168916" y="4597346"/>
            <a:ext cx="2469806" cy="1562154"/>
          </a:xfrm>
        </p:spPr>
        <p:txBody>
          <a:bodyPr anchor="t">
            <a:normAutofit/>
          </a:bodyPr>
          <a:lstStyle>
            <a:lvl1pPr marL="0" indent="0" algn="ctr">
              <a:buNone/>
              <a:defRPr sz="1400"/>
            </a:lvl1pPr>
          </a:lstStyle>
          <a:p>
            <a:pPr lvl="0"/>
            <a:r>
              <a:rPr lang="en-US" noProof="0"/>
              <a:t>Edit Master text styles</a:t>
            </a:r>
          </a:p>
        </p:txBody>
      </p:sp>
      <p:sp>
        <p:nvSpPr>
          <p:cNvPr id="12"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668543" y="358610"/>
            <a:ext cx="10854914" cy="804759"/>
          </a:xfrm>
        </p:spPr>
        <p:txBody>
          <a:bodyPr lIns="0" anchor="b">
            <a:normAutofit/>
          </a:bodyPr>
          <a:lstStyle>
            <a:lvl1pPr algn="ctr">
              <a:defRPr sz="4000" b="1"/>
            </a:lvl1pPr>
          </a:lstStyle>
          <a:p>
            <a:r>
              <a:rPr lang="en-US" noProof="0"/>
              <a:t>Click to Add Slide Title Here</a:t>
            </a:r>
          </a:p>
        </p:txBody>
      </p:sp>
      <p:sp>
        <p:nvSpPr>
          <p:cNvPr id="15"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668544" y="1489701"/>
            <a:ext cx="10854914" cy="731691"/>
          </a:xfrm>
        </p:spPr>
        <p:txBody>
          <a:bodyPr lIns="0">
            <a:noAutofit/>
          </a:bodyPr>
          <a:lstStyle>
            <a:lvl1pPr marL="0" indent="0" algn="ctr">
              <a:lnSpc>
                <a:spcPct val="100000"/>
              </a:lnSpc>
              <a:buNone/>
              <a:defRPr sz="1400">
                <a:latin typeface="+mj-lt"/>
                <a:cs typeface="Arial" panose="020B0604020202020204" pitchFamily="34" charset="0"/>
              </a:defRPr>
            </a:lvl1pPr>
          </a:lstStyle>
          <a:p>
            <a:pPr lvl="0"/>
            <a:r>
              <a:rPr lang="en-US" noProof="0"/>
              <a:t>Edit Master text styles</a:t>
            </a:r>
          </a:p>
        </p:txBody>
      </p:sp>
      <p:sp>
        <p:nvSpPr>
          <p:cNvPr id="17"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222583"/>
            <a:ext cx="0"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
        <p:nvSpPr>
          <p:cNvPr id="20" name="Oval 19">
            <a:extLst>
              <a:ext uri="{FF2B5EF4-FFF2-40B4-BE49-F238E27FC236}">
                <a16:creationId xmlns:a16="http://schemas.microsoft.com/office/drawing/2014/main" id="{7D7457D0-C252-49A3-9635-C29B38A49BDC}"/>
              </a:ext>
            </a:extLst>
          </p:cNvPr>
          <p:cNvSpPr/>
          <p:nvPr userDrawn="1"/>
        </p:nvSpPr>
        <p:spPr>
          <a:xfrm>
            <a:off x="1179625" y="3047656"/>
            <a:ext cx="1372116" cy="13721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566715FF-568E-4151-A75B-79EC2EC52AED}"/>
              </a:ext>
            </a:extLst>
          </p:cNvPr>
          <p:cNvSpPr/>
          <p:nvPr userDrawn="1"/>
        </p:nvSpPr>
        <p:spPr>
          <a:xfrm>
            <a:off x="4025670" y="3047656"/>
            <a:ext cx="1372116" cy="13721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EE41CAAB-44C4-48D7-80E1-3BF0D8006A5A}"/>
              </a:ext>
            </a:extLst>
          </p:cNvPr>
          <p:cNvSpPr/>
          <p:nvPr userDrawn="1"/>
        </p:nvSpPr>
        <p:spPr>
          <a:xfrm>
            <a:off x="6871715" y="3047656"/>
            <a:ext cx="1372116" cy="13721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3251A171-181E-416A-9BB8-F6DBEB470707}"/>
              </a:ext>
            </a:extLst>
          </p:cNvPr>
          <p:cNvSpPr/>
          <p:nvPr userDrawn="1"/>
        </p:nvSpPr>
        <p:spPr>
          <a:xfrm>
            <a:off x="9717761" y="3047656"/>
            <a:ext cx="1372116" cy="13721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3">
            <a:extLst>
              <a:ext uri="{FF2B5EF4-FFF2-40B4-BE49-F238E27FC236}">
                <a16:creationId xmlns:a16="http://schemas.microsoft.com/office/drawing/2014/main" id="{FE6EF7CF-2190-49FE-8BAE-D2863ECD5CAD}"/>
              </a:ext>
            </a:extLst>
          </p:cNvPr>
          <p:cNvSpPr>
            <a:spLocks noGrp="1"/>
          </p:cNvSpPr>
          <p:nvPr>
            <p:ph type="pic" sz="quarter" idx="21"/>
          </p:nvPr>
        </p:nvSpPr>
        <p:spPr>
          <a:xfrm>
            <a:off x="1395525" y="3263556"/>
            <a:ext cx="940316" cy="940316"/>
          </a:xfrm>
        </p:spPr>
        <p:txBody>
          <a:bodyPr anchor="t">
            <a:normAutofit/>
          </a:bodyPr>
          <a:lstStyle>
            <a:lvl1pPr marL="0" indent="0" algn="ctr">
              <a:buNone/>
              <a:defRPr sz="1200">
                <a:solidFill>
                  <a:schemeClr val="bg1"/>
                </a:solidFill>
              </a:defRPr>
            </a:lvl1pPr>
          </a:lstStyle>
          <a:p>
            <a:r>
              <a:rPr lang="en-US" noProof="0"/>
              <a:t>Click icon to add picture</a:t>
            </a:r>
            <a:endParaRPr lang="en-US" noProof="0" dirty="0"/>
          </a:p>
        </p:txBody>
      </p:sp>
      <p:sp>
        <p:nvSpPr>
          <p:cNvPr id="25" name="Picture Placeholder 3">
            <a:extLst>
              <a:ext uri="{FF2B5EF4-FFF2-40B4-BE49-F238E27FC236}">
                <a16:creationId xmlns:a16="http://schemas.microsoft.com/office/drawing/2014/main" id="{47D99824-ECF4-4A44-A7CE-84F3AC262C34}"/>
              </a:ext>
            </a:extLst>
          </p:cNvPr>
          <p:cNvSpPr>
            <a:spLocks noGrp="1"/>
          </p:cNvSpPr>
          <p:nvPr>
            <p:ph type="pic" sz="quarter" idx="22"/>
          </p:nvPr>
        </p:nvSpPr>
        <p:spPr>
          <a:xfrm>
            <a:off x="4214925" y="3263556"/>
            <a:ext cx="940316" cy="940316"/>
          </a:xfrm>
        </p:spPr>
        <p:txBody>
          <a:bodyPr anchor="t">
            <a:normAutofit/>
          </a:bodyPr>
          <a:lstStyle>
            <a:lvl1pPr marL="0" indent="0" algn="ctr">
              <a:buNone/>
              <a:defRPr sz="1200">
                <a:solidFill>
                  <a:schemeClr val="bg1"/>
                </a:solidFill>
              </a:defRPr>
            </a:lvl1pPr>
          </a:lstStyle>
          <a:p>
            <a:r>
              <a:rPr lang="en-US" noProof="0"/>
              <a:t>Click icon to add picture</a:t>
            </a:r>
            <a:endParaRPr lang="en-US" noProof="0" dirty="0"/>
          </a:p>
        </p:txBody>
      </p:sp>
      <p:sp>
        <p:nvSpPr>
          <p:cNvPr id="26" name="Picture Placeholder 3">
            <a:extLst>
              <a:ext uri="{FF2B5EF4-FFF2-40B4-BE49-F238E27FC236}">
                <a16:creationId xmlns:a16="http://schemas.microsoft.com/office/drawing/2014/main" id="{F1AE9D02-1431-4CC3-8919-5D21732C45C5}"/>
              </a:ext>
            </a:extLst>
          </p:cNvPr>
          <p:cNvSpPr>
            <a:spLocks noGrp="1"/>
          </p:cNvSpPr>
          <p:nvPr>
            <p:ph type="pic" sz="quarter" idx="23"/>
          </p:nvPr>
        </p:nvSpPr>
        <p:spPr>
          <a:xfrm>
            <a:off x="7097825" y="3263556"/>
            <a:ext cx="940316" cy="940316"/>
          </a:xfrm>
        </p:spPr>
        <p:txBody>
          <a:bodyPr anchor="t">
            <a:normAutofit/>
          </a:bodyPr>
          <a:lstStyle>
            <a:lvl1pPr marL="0" indent="0" algn="ctr">
              <a:buNone/>
              <a:defRPr sz="1200">
                <a:solidFill>
                  <a:schemeClr val="bg1"/>
                </a:solidFill>
              </a:defRPr>
            </a:lvl1pPr>
          </a:lstStyle>
          <a:p>
            <a:r>
              <a:rPr lang="en-US" noProof="0"/>
              <a:t>Click icon to add picture</a:t>
            </a:r>
            <a:endParaRPr lang="en-US" noProof="0" dirty="0"/>
          </a:p>
        </p:txBody>
      </p:sp>
      <p:sp>
        <p:nvSpPr>
          <p:cNvPr id="27" name="Picture Placeholder 3">
            <a:extLst>
              <a:ext uri="{FF2B5EF4-FFF2-40B4-BE49-F238E27FC236}">
                <a16:creationId xmlns:a16="http://schemas.microsoft.com/office/drawing/2014/main" id="{69207058-4EB8-4D3C-B236-53DC24F30D93}"/>
              </a:ext>
            </a:extLst>
          </p:cNvPr>
          <p:cNvSpPr>
            <a:spLocks noGrp="1"/>
          </p:cNvSpPr>
          <p:nvPr>
            <p:ph type="pic" sz="quarter" idx="24"/>
          </p:nvPr>
        </p:nvSpPr>
        <p:spPr>
          <a:xfrm>
            <a:off x="9955325" y="3263556"/>
            <a:ext cx="940316" cy="940316"/>
          </a:xfrm>
        </p:spPr>
        <p:txBody>
          <a:bodyPr anchor="t">
            <a:normAutofit/>
          </a:bodyPr>
          <a:lstStyle>
            <a:lvl1pPr marL="0" indent="0" algn="ctr">
              <a:buNone/>
              <a:defRPr sz="1200">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2620055036"/>
      </p:ext>
    </p:extLst>
  </p:cSld>
  <p:clrMapOvr>
    <a:masterClrMapping/>
  </p:clrMapOvr>
  <p:extLst>
    <p:ext uri="{DCECCB84-F9BA-43D5-87BE-67443E8EF086}">
      <p15:sldGuideLst xmlns:p15="http://schemas.microsoft.com/office/powerpoint/2012/main">
        <p15:guide id="1" orient="horz" pos="2160">
          <p15:clr>
            <a:srgbClr val="FBAE40"/>
          </p15:clr>
        </p15:guide>
        <p15:guide id="2" pos="386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Image and Content">
    <p:spTree>
      <p:nvGrpSpPr>
        <p:cNvPr id="1" name=""/>
        <p:cNvGrpSpPr/>
        <p:nvPr/>
      </p:nvGrpSpPr>
      <p:grpSpPr>
        <a:xfrm>
          <a:off x="0" y="0"/>
          <a:ext cx="0" cy="0"/>
          <a:chOff x="0" y="0"/>
          <a:chExt cx="0" cy="0"/>
        </a:xfrm>
      </p:grpSpPr>
      <p:sp>
        <p:nvSpPr>
          <p:cNvPr id="7" name="Rectangle 6" title="Decorative">
            <a:extLst>
              <a:ext uri="{FF2B5EF4-FFF2-40B4-BE49-F238E27FC236}">
                <a16:creationId xmlns:a16="http://schemas.microsoft.com/office/drawing/2014/main" id="{BC0DB138-926E-4EF2-BFC2-93D610E35703}"/>
              </a:ext>
            </a:extLst>
          </p:cNvPr>
          <p:cNvSpPr/>
          <p:nvPr userDrawn="1"/>
        </p:nvSpPr>
        <p:spPr>
          <a:xfrm>
            <a:off x="6134100" y="0"/>
            <a:ext cx="6057900" cy="6857995"/>
          </a:xfrm>
          <a:prstGeom prst="rect">
            <a:avLst/>
          </a:prstGeom>
          <a:solidFill>
            <a:srgbClr val="DFE3E9"/>
          </a:solidFill>
        </p:spPr>
        <p:txBody>
          <a:bodyPr vert="horz" lIns="1296000" tIns="45720" rIns="432000" bIns="45720" rtlCol="0" anchor="ctr">
            <a:normAutofit/>
          </a:bodyPr>
          <a:lstStyle/>
          <a:p>
            <a:pPr lvl="0" indent="0">
              <a:lnSpc>
                <a:spcPct val="100000"/>
              </a:lnSpc>
              <a:spcBef>
                <a:spcPts val="1000"/>
              </a:spcBef>
              <a:buFontTx/>
              <a:buNone/>
            </a:pPr>
            <a:endParaRPr lang="en-US" sz="1400" b="0" i="0" spc="0" noProof="0" dirty="0">
              <a:solidFill>
                <a:schemeClr val="tx2"/>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7" y="2234610"/>
            <a:ext cx="4008437" cy="1395208"/>
          </a:xfrm>
        </p:spPr>
        <p:txBody>
          <a:bodyPr lIns="0" anchor="b"/>
          <a:lstStyle>
            <a:lvl1pPr>
              <a:defRPr b="1"/>
            </a:lvl1pPr>
          </a:lstStyle>
          <a:p>
            <a:r>
              <a:rPr lang="en-US" noProof="0"/>
              <a:t>Click to Add 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8" y="3695479"/>
            <a:ext cx="4008437" cy="602887"/>
          </a:xfrm>
        </p:spPr>
        <p:txBody>
          <a:bodyPr lIns="0" anchor="t">
            <a:normAutofit/>
          </a:bodyPr>
          <a:lstStyle>
            <a:lvl1pPr marL="0" indent="0">
              <a:buNone/>
              <a:defRPr sz="1400" spc="300">
                <a:solidFill>
                  <a:schemeClr val="tx2"/>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6" name="Picture Placeholder 5" title="Decorative">
            <a:extLst>
              <a:ext uri="{FF2B5EF4-FFF2-40B4-BE49-F238E27FC236}">
                <a16:creationId xmlns:a16="http://schemas.microsoft.com/office/drawing/2014/main" id="{8C7AA169-6546-4620-BD7B-7B36553C28F7}"/>
              </a:ext>
            </a:extLst>
          </p:cNvPr>
          <p:cNvSpPr>
            <a:spLocks noGrp="1"/>
          </p:cNvSpPr>
          <p:nvPr>
            <p:ph type="pic" sz="quarter" idx="13"/>
          </p:nvPr>
        </p:nvSpPr>
        <p:spPr>
          <a:xfrm>
            <a:off x="6602922" y="954224"/>
            <a:ext cx="973759" cy="973759"/>
          </a:xfrm>
          <a:prstGeom prst="ellipse">
            <a:avLst/>
          </a:prstGeom>
          <a:noFill/>
          <a:ln w="38100">
            <a:noFill/>
          </a:ln>
        </p:spPr>
        <p:txBody>
          <a:bodyPr>
            <a:normAutofit/>
          </a:bodyPr>
          <a:lstStyle>
            <a:lvl1pPr>
              <a:defRPr sz="800"/>
            </a:lvl1pPr>
          </a:lstStyle>
          <a:p>
            <a:r>
              <a:rPr lang="en-US" noProof="0"/>
              <a:t>Click icon to add picture</a:t>
            </a:r>
            <a:endParaRPr lang="en-US" noProof="0" dirty="0"/>
          </a:p>
        </p:txBody>
      </p:sp>
      <p:sp>
        <p:nvSpPr>
          <p:cNvPr id="11" name="Picture Placeholder 5" title="Decorative">
            <a:extLst>
              <a:ext uri="{FF2B5EF4-FFF2-40B4-BE49-F238E27FC236}">
                <a16:creationId xmlns:a16="http://schemas.microsoft.com/office/drawing/2014/main" id="{CE9C16DA-A24B-4516-BCC8-C747730478D8}"/>
              </a:ext>
            </a:extLst>
          </p:cNvPr>
          <p:cNvSpPr>
            <a:spLocks noGrp="1"/>
          </p:cNvSpPr>
          <p:nvPr>
            <p:ph type="pic" sz="quarter" idx="14"/>
          </p:nvPr>
        </p:nvSpPr>
        <p:spPr>
          <a:xfrm>
            <a:off x="6602922" y="2245735"/>
            <a:ext cx="973759" cy="973759"/>
          </a:xfrm>
          <a:prstGeom prst="ellipse">
            <a:avLst/>
          </a:prstGeom>
          <a:noFill/>
          <a:ln w="3810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13" name="Picture Placeholder 5" title="Decorative">
            <a:extLst>
              <a:ext uri="{FF2B5EF4-FFF2-40B4-BE49-F238E27FC236}">
                <a16:creationId xmlns:a16="http://schemas.microsoft.com/office/drawing/2014/main" id="{A498122E-BB6F-4765-B85E-6410B9CE17AC}"/>
              </a:ext>
            </a:extLst>
          </p:cNvPr>
          <p:cNvSpPr>
            <a:spLocks noGrp="1"/>
          </p:cNvSpPr>
          <p:nvPr>
            <p:ph type="pic" sz="quarter" idx="15"/>
          </p:nvPr>
        </p:nvSpPr>
        <p:spPr>
          <a:xfrm>
            <a:off x="6602922" y="3537246"/>
            <a:ext cx="973759" cy="973759"/>
          </a:xfrm>
          <a:prstGeom prst="ellipse">
            <a:avLst/>
          </a:prstGeom>
          <a:noFill/>
          <a:ln w="3810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14" name="Picture Placeholder 5" title="Decorative">
            <a:extLst>
              <a:ext uri="{FF2B5EF4-FFF2-40B4-BE49-F238E27FC236}">
                <a16:creationId xmlns:a16="http://schemas.microsoft.com/office/drawing/2014/main" id="{D19B2F25-5E98-4166-8476-BE599D16121D}"/>
              </a:ext>
            </a:extLst>
          </p:cNvPr>
          <p:cNvSpPr>
            <a:spLocks noGrp="1"/>
          </p:cNvSpPr>
          <p:nvPr>
            <p:ph type="pic" sz="quarter" idx="16"/>
          </p:nvPr>
        </p:nvSpPr>
        <p:spPr>
          <a:xfrm>
            <a:off x="6602922" y="4828757"/>
            <a:ext cx="973759" cy="973759"/>
          </a:xfrm>
          <a:prstGeom prst="ellipse">
            <a:avLst/>
          </a:prstGeom>
          <a:noFill/>
          <a:ln w="3810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400"/>
            </a:lvl1pPr>
          </a:lstStyle>
          <a:p>
            <a:pPr lvl="0"/>
            <a:r>
              <a:rPr lang="en-US" noProof="0"/>
              <a:t>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400"/>
            </a:lvl1pPr>
          </a:lstStyle>
          <a:p>
            <a:pPr lvl="0"/>
            <a:r>
              <a:rPr lang="en-US" noProof="0"/>
              <a:t>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400"/>
            </a:lvl1pPr>
          </a:lstStyle>
          <a:p>
            <a:pPr lvl="0"/>
            <a:r>
              <a:rPr lang="en-US" noProof="0"/>
              <a:t>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400"/>
            </a:lvl1pPr>
          </a:lstStyle>
          <a:p>
            <a:pPr lvl="0"/>
            <a:r>
              <a:rPr lang="en-US" noProof="0"/>
              <a:t>Edit Master text styles</a:t>
            </a:r>
          </a:p>
        </p:txBody>
      </p:sp>
      <p:sp>
        <p:nvSpPr>
          <p:cNvPr id="15" name="Shape 62" title="Decorative">
            <a:extLst>
              <a:ext uri="{FF2B5EF4-FFF2-40B4-BE49-F238E27FC236}">
                <a16:creationId xmlns:a16="http://schemas.microsoft.com/office/drawing/2014/main" id="{E1A23DB6-E067-4A30-8C4B-98B452428518}"/>
              </a:ext>
            </a:extLst>
          </p:cNvPr>
          <p:cNvSpPr/>
          <p:nvPr userDrawn="1"/>
        </p:nvSpPr>
        <p:spPr>
          <a:xfrm rot="16200000" flipV="1">
            <a:off x="1918496" y="3276108"/>
            <a:ext cx="0" cy="2188805"/>
          </a:xfrm>
          <a:prstGeom prst="line">
            <a:avLst/>
          </a:prstGeom>
          <a:ln w="76200">
            <a:solidFill>
              <a:schemeClr val="accent4"/>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Tree>
    <p:extLst>
      <p:ext uri="{BB962C8B-B14F-4D97-AF65-F5344CB8AC3E}">
        <p14:creationId xmlns:p14="http://schemas.microsoft.com/office/powerpoint/2010/main" val="4194667956"/>
      </p:ext>
    </p:extLst>
  </p:cSld>
  <p:clrMapOvr>
    <a:masterClrMapping/>
  </p:clrMapOvr>
  <p:extLst>
    <p:ext uri="{DCECCB84-F9BA-43D5-87BE-67443E8EF086}">
      <p15:sldGuideLst xmlns:p15="http://schemas.microsoft.com/office/powerpoint/2012/main">
        <p15:guide id="1" orient="horz" pos="2160">
          <p15:clr>
            <a:srgbClr val="FBAE40"/>
          </p15:clr>
        </p15:guide>
        <p15:guide id="2" pos="386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3" name="Rectangle 2" title="Decorative"/>
          <p:cNvSpPr/>
          <p:nvPr userDrawn="1"/>
        </p:nvSpPr>
        <p:spPr>
          <a:xfrm>
            <a:off x="0" y="0"/>
            <a:ext cx="12192000" cy="28096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FBBE79-9A2D-485C-A5FF-D6F6AFD2AFC3}"/>
              </a:ext>
            </a:extLst>
          </p:cNvPr>
          <p:cNvSpPr>
            <a:spLocks noGrp="1"/>
          </p:cNvSpPr>
          <p:nvPr>
            <p:ph type="title"/>
          </p:nvPr>
        </p:nvSpPr>
        <p:spPr>
          <a:xfrm>
            <a:off x="1513581" y="597067"/>
            <a:ext cx="8768625" cy="1149325"/>
          </a:xfrm>
        </p:spPr>
        <p:txBody>
          <a:bodyPr lIns="0"/>
          <a:lstStyle>
            <a:lvl1pPr algn="ctr">
              <a:defRPr>
                <a:solidFill>
                  <a:schemeClr val="bg1"/>
                </a:solidFill>
              </a:defRPr>
            </a:lvl1pPr>
          </a:lstStyle>
          <a:p>
            <a:r>
              <a:rPr lang="en-US"/>
              <a:t>Click to edit Master title style</a:t>
            </a:r>
            <a:endParaRPr lang="en-US" dirty="0"/>
          </a:p>
        </p:txBody>
      </p:sp>
      <p:sp>
        <p:nvSpPr>
          <p:cNvPr id="5" name="Picture Placeholder 4" title="Decorative">
            <a:extLst>
              <a:ext uri="{FF2B5EF4-FFF2-40B4-BE49-F238E27FC236}">
                <a16:creationId xmlns:a16="http://schemas.microsoft.com/office/drawing/2014/main" id="{0D8C8A61-C19F-4EF6-A991-5B6EFC5F7AFB}"/>
              </a:ext>
            </a:extLst>
          </p:cNvPr>
          <p:cNvSpPr>
            <a:spLocks noGrp="1"/>
          </p:cNvSpPr>
          <p:nvPr>
            <p:ph type="pic" sz="quarter" idx="11"/>
          </p:nvPr>
        </p:nvSpPr>
        <p:spPr>
          <a:xfrm>
            <a:off x="1038871" y="3050995"/>
            <a:ext cx="1643384" cy="1643384"/>
          </a:xfrm>
          <a:prstGeom prst="rect">
            <a:avLst/>
          </a:prstGeom>
        </p:spPr>
        <p:txBody>
          <a:bodyPr/>
          <a:lstStyle/>
          <a:p>
            <a:r>
              <a:rPr lang="en-US"/>
              <a:t>Click icon to add picture</a:t>
            </a:r>
            <a:endParaRPr lang="en-US" dirty="0"/>
          </a:p>
        </p:txBody>
      </p:sp>
      <p:sp>
        <p:nvSpPr>
          <p:cNvPr id="6" name="Picture Placeholder 4" title="Decorative">
            <a:extLst>
              <a:ext uri="{FF2B5EF4-FFF2-40B4-BE49-F238E27FC236}">
                <a16:creationId xmlns:a16="http://schemas.microsoft.com/office/drawing/2014/main" id="{FB28CC40-CBF3-4E1C-841D-45C7739F95EE}"/>
              </a:ext>
            </a:extLst>
          </p:cNvPr>
          <p:cNvSpPr>
            <a:spLocks noGrp="1"/>
          </p:cNvSpPr>
          <p:nvPr>
            <p:ph type="pic" sz="quarter" idx="12"/>
          </p:nvPr>
        </p:nvSpPr>
        <p:spPr>
          <a:xfrm>
            <a:off x="3842264" y="3050995"/>
            <a:ext cx="1643384" cy="1643384"/>
          </a:xfrm>
          <a:prstGeom prst="rect">
            <a:avLst/>
          </a:prstGeom>
        </p:spPr>
        <p:txBody>
          <a:bodyPr/>
          <a:lstStyle/>
          <a:p>
            <a:r>
              <a:rPr lang="en-US"/>
              <a:t>Click icon to add picture</a:t>
            </a:r>
            <a:endParaRPr lang="en-US" dirty="0"/>
          </a:p>
        </p:txBody>
      </p:sp>
      <p:sp>
        <p:nvSpPr>
          <p:cNvPr id="7" name="Picture Placeholder 4" title="Decorative">
            <a:extLst>
              <a:ext uri="{FF2B5EF4-FFF2-40B4-BE49-F238E27FC236}">
                <a16:creationId xmlns:a16="http://schemas.microsoft.com/office/drawing/2014/main" id="{12606688-9042-46BE-82EA-2A9034C21250}"/>
              </a:ext>
            </a:extLst>
          </p:cNvPr>
          <p:cNvSpPr>
            <a:spLocks noGrp="1"/>
          </p:cNvSpPr>
          <p:nvPr>
            <p:ph type="pic" sz="quarter" idx="13"/>
          </p:nvPr>
        </p:nvSpPr>
        <p:spPr>
          <a:xfrm>
            <a:off x="6645657" y="3061267"/>
            <a:ext cx="1643384" cy="1643384"/>
          </a:xfrm>
          <a:prstGeom prst="rect">
            <a:avLst/>
          </a:prstGeom>
        </p:spPr>
        <p:txBody>
          <a:bodyPr/>
          <a:lstStyle/>
          <a:p>
            <a:r>
              <a:rPr lang="en-US"/>
              <a:t>Click icon to add picture</a:t>
            </a:r>
            <a:endParaRPr lang="en-US" dirty="0"/>
          </a:p>
        </p:txBody>
      </p:sp>
      <p:sp>
        <p:nvSpPr>
          <p:cNvPr id="8" name="Picture Placeholder 4" title="Decorative">
            <a:extLst>
              <a:ext uri="{FF2B5EF4-FFF2-40B4-BE49-F238E27FC236}">
                <a16:creationId xmlns:a16="http://schemas.microsoft.com/office/drawing/2014/main" id="{94A72397-DF36-48ED-9888-0827D143B9BE}"/>
              </a:ext>
            </a:extLst>
          </p:cNvPr>
          <p:cNvSpPr>
            <a:spLocks noGrp="1"/>
          </p:cNvSpPr>
          <p:nvPr>
            <p:ph type="pic" sz="quarter" idx="14"/>
          </p:nvPr>
        </p:nvSpPr>
        <p:spPr>
          <a:xfrm>
            <a:off x="9449049" y="3061267"/>
            <a:ext cx="1643384" cy="1643384"/>
          </a:xfrm>
          <a:prstGeom prst="rect">
            <a:avLst/>
          </a:prstGeom>
        </p:spPr>
        <p:txBody>
          <a:bodyPr/>
          <a:lstStyle/>
          <a:p>
            <a:r>
              <a:rPr lang="en-US"/>
              <a:t>Click icon to add picture</a:t>
            </a:r>
            <a:endParaRPr lang="en-US" dirty="0"/>
          </a:p>
        </p:txBody>
      </p:sp>
      <p:sp>
        <p:nvSpPr>
          <p:cNvPr id="9" name="Text Placeholder 6">
            <a:extLst>
              <a:ext uri="{FF2B5EF4-FFF2-40B4-BE49-F238E27FC236}">
                <a16:creationId xmlns:a16="http://schemas.microsoft.com/office/drawing/2014/main" id="{DD736A8B-DD51-4DE5-A500-3F2E06CA9E12}"/>
              </a:ext>
            </a:extLst>
          </p:cNvPr>
          <p:cNvSpPr>
            <a:spLocks noGrp="1"/>
          </p:cNvSpPr>
          <p:nvPr>
            <p:ph type="body" sz="quarter" idx="15"/>
          </p:nvPr>
        </p:nvSpPr>
        <p:spPr>
          <a:xfrm>
            <a:off x="604711" y="5272005"/>
            <a:ext cx="2517605" cy="1029458"/>
          </a:xfrm>
        </p:spPr>
        <p:txBody>
          <a:bodyPr lIns="0">
            <a:noAutofit/>
          </a:bodyPr>
          <a:lstStyle>
            <a:lvl1pPr marL="0" indent="0" algn="ctr">
              <a:buNone/>
              <a:defRPr sz="1400">
                <a:latin typeface="+mn-lt"/>
                <a:cs typeface="Arial" panose="020B0604020202020204" pitchFamily="34" charset="0"/>
              </a:defRPr>
            </a:lvl1pPr>
          </a:lstStyle>
          <a:p>
            <a:pPr lvl="0"/>
            <a:r>
              <a:rPr lang="en-US"/>
              <a:t>Edit Master text styles</a:t>
            </a:r>
          </a:p>
        </p:txBody>
      </p:sp>
      <p:sp>
        <p:nvSpPr>
          <p:cNvPr id="10" name="Text Placeholder 6">
            <a:extLst>
              <a:ext uri="{FF2B5EF4-FFF2-40B4-BE49-F238E27FC236}">
                <a16:creationId xmlns:a16="http://schemas.microsoft.com/office/drawing/2014/main" id="{088F0D2C-15BE-4CDF-B390-80500DDD7436}"/>
              </a:ext>
            </a:extLst>
          </p:cNvPr>
          <p:cNvSpPr>
            <a:spLocks noGrp="1"/>
          </p:cNvSpPr>
          <p:nvPr>
            <p:ph type="body" sz="quarter" idx="16" hasCustomPrompt="1"/>
          </p:nvPr>
        </p:nvSpPr>
        <p:spPr>
          <a:xfrm>
            <a:off x="604711" y="4791479"/>
            <a:ext cx="2517605" cy="382749"/>
          </a:xfrm>
        </p:spPr>
        <p:txBody>
          <a:bodyPr lIns="0" anchor="b">
            <a:noAutofit/>
          </a:bodyPr>
          <a:lstStyle>
            <a:lvl1pPr marL="0" indent="0" algn="ctr">
              <a:buNone/>
              <a:defRPr sz="1600" b="1">
                <a:latin typeface="+mj-lt"/>
                <a:cs typeface="Arial" panose="020B0604020202020204" pitchFamily="34" charset="0"/>
              </a:defRPr>
            </a:lvl1pPr>
          </a:lstStyle>
          <a:p>
            <a:pPr lvl="0"/>
            <a:r>
              <a:rPr lang="en-US" dirty="0"/>
              <a:t>ADD NAME HERE</a:t>
            </a:r>
          </a:p>
        </p:txBody>
      </p:sp>
      <p:sp>
        <p:nvSpPr>
          <p:cNvPr id="11" name="Text Placeholder 6">
            <a:extLst>
              <a:ext uri="{FF2B5EF4-FFF2-40B4-BE49-F238E27FC236}">
                <a16:creationId xmlns:a16="http://schemas.microsoft.com/office/drawing/2014/main" id="{BC14EC5C-D80F-42F2-A5F0-D4F07AADAECE}"/>
              </a:ext>
            </a:extLst>
          </p:cNvPr>
          <p:cNvSpPr>
            <a:spLocks noGrp="1"/>
          </p:cNvSpPr>
          <p:nvPr>
            <p:ph type="body" sz="quarter" idx="17"/>
          </p:nvPr>
        </p:nvSpPr>
        <p:spPr>
          <a:xfrm>
            <a:off x="3410942" y="5272005"/>
            <a:ext cx="2517605" cy="1029458"/>
          </a:xfrm>
        </p:spPr>
        <p:txBody>
          <a:bodyPr lIns="0">
            <a:noAutofit/>
          </a:bodyPr>
          <a:lstStyle>
            <a:lvl1pPr marL="0" indent="0" algn="ctr">
              <a:buNone/>
              <a:defRPr sz="1400">
                <a:latin typeface="+mn-lt"/>
                <a:cs typeface="Arial" panose="020B0604020202020204" pitchFamily="34" charset="0"/>
              </a:defRPr>
            </a:lvl1pPr>
          </a:lstStyle>
          <a:p>
            <a:pPr lvl="0"/>
            <a:r>
              <a:rPr lang="en-US"/>
              <a:t>Edit Master text styles</a:t>
            </a:r>
          </a:p>
        </p:txBody>
      </p:sp>
      <p:sp>
        <p:nvSpPr>
          <p:cNvPr id="12" name="Text Placeholder 6">
            <a:extLst>
              <a:ext uri="{FF2B5EF4-FFF2-40B4-BE49-F238E27FC236}">
                <a16:creationId xmlns:a16="http://schemas.microsoft.com/office/drawing/2014/main" id="{235DD3B7-76E7-45B9-B75B-30D7AFC8EE6C}"/>
              </a:ext>
            </a:extLst>
          </p:cNvPr>
          <p:cNvSpPr>
            <a:spLocks noGrp="1"/>
          </p:cNvSpPr>
          <p:nvPr>
            <p:ph type="body" sz="quarter" idx="18" hasCustomPrompt="1"/>
          </p:nvPr>
        </p:nvSpPr>
        <p:spPr>
          <a:xfrm>
            <a:off x="3410942" y="4791479"/>
            <a:ext cx="2517605" cy="382749"/>
          </a:xfrm>
        </p:spPr>
        <p:txBody>
          <a:bodyPr lIns="0" anchor="b">
            <a:noAutofit/>
          </a:bodyPr>
          <a:lstStyle>
            <a:lvl1pPr marL="0" indent="0" algn="ctr">
              <a:buNone/>
              <a:defRPr sz="1600" b="1">
                <a:latin typeface="+mj-lt"/>
                <a:cs typeface="Arial" panose="020B0604020202020204" pitchFamily="34" charset="0"/>
              </a:defRPr>
            </a:lvl1pPr>
          </a:lstStyle>
          <a:p>
            <a:pPr lvl="0"/>
            <a:r>
              <a:rPr lang="en-US" dirty="0"/>
              <a:t>ADD NAME HERE</a:t>
            </a:r>
          </a:p>
        </p:txBody>
      </p:sp>
      <p:sp>
        <p:nvSpPr>
          <p:cNvPr id="17" name="Text Placeholder 6">
            <a:extLst>
              <a:ext uri="{FF2B5EF4-FFF2-40B4-BE49-F238E27FC236}">
                <a16:creationId xmlns:a16="http://schemas.microsoft.com/office/drawing/2014/main" id="{5A499762-AEDB-43BC-89CC-CC0602BEAF73}"/>
              </a:ext>
            </a:extLst>
          </p:cNvPr>
          <p:cNvSpPr>
            <a:spLocks noGrp="1"/>
          </p:cNvSpPr>
          <p:nvPr>
            <p:ph type="body" sz="quarter" idx="23"/>
          </p:nvPr>
        </p:nvSpPr>
        <p:spPr>
          <a:xfrm>
            <a:off x="6217173" y="5282275"/>
            <a:ext cx="2517605" cy="1029458"/>
          </a:xfrm>
        </p:spPr>
        <p:txBody>
          <a:bodyPr lIns="0">
            <a:noAutofit/>
          </a:bodyPr>
          <a:lstStyle>
            <a:lvl1pPr marL="0" indent="0" algn="ctr">
              <a:buNone/>
              <a:defRPr sz="1400">
                <a:latin typeface="+mn-lt"/>
                <a:cs typeface="Arial" panose="020B0604020202020204" pitchFamily="34" charset="0"/>
              </a:defRPr>
            </a:lvl1pPr>
          </a:lstStyle>
          <a:p>
            <a:pPr lvl="0"/>
            <a:r>
              <a:rPr lang="en-US"/>
              <a:t>Edit Master text styles</a:t>
            </a:r>
          </a:p>
        </p:txBody>
      </p:sp>
      <p:sp>
        <p:nvSpPr>
          <p:cNvPr id="18" name="Text Placeholder 6">
            <a:extLst>
              <a:ext uri="{FF2B5EF4-FFF2-40B4-BE49-F238E27FC236}">
                <a16:creationId xmlns:a16="http://schemas.microsoft.com/office/drawing/2014/main" id="{880EDD7E-326D-47DC-B58D-88ECE1D00F94}"/>
              </a:ext>
            </a:extLst>
          </p:cNvPr>
          <p:cNvSpPr>
            <a:spLocks noGrp="1"/>
          </p:cNvSpPr>
          <p:nvPr>
            <p:ph type="body" sz="quarter" idx="24" hasCustomPrompt="1"/>
          </p:nvPr>
        </p:nvSpPr>
        <p:spPr>
          <a:xfrm>
            <a:off x="6217173" y="4801749"/>
            <a:ext cx="2517605" cy="382749"/>
          </a:xfrm>
        </p:spPr>
        <p:txBody>
          <a:bodyPr lIns="0" anchor="b">
            <a:noAutofit/>
          </a:bodyPr>
          <a:lstStyle>
            <a:lvl1pPr marL="0" indent="0" algn="ctr">
              <a:buNone/>
              <a:defRPr sz="1600" b="1">
                <a:latin typeface="+mj-lt"/>
                <a:cs typeface="Arial" panose="020B0604020202020204" pitchFamily="34" charset="0"/>
              </a:defRPr>
            </a:lvl1pPr>
          </a:lstStyle>
          <a:p>
            <a:pPr lvl="0"/>
            <a:r>
              <a:rPr lang="en-US" dirty="0"/>
              <a:t>ADD NAME HERE</a:t>
            </a:r>
          </a:p>
        </p:txBody>
      </p:sp>
      <p:sp>
        <p:nvSpPr>
          <p:cNvPr id="19" name="Text Placeholder 6">
            <a:extLst>
              <a:ext uri="{FF2B5EF4-FFF2-40B4-BE49-F238E27FC236}">
                <a16:creationId xmlns:a16="http://schemas.microsoft.com/office/drawing/2014/main" id="{DB92C933-F978-486C-A305-0BAC73E0F152}"/>
              </a:ext>
            </a:extLst>
          </p:cNvPr>
          <p:cNvSpPr>
            <a:spLocks noGrp="1"/>
          </p:cNvSpPr>
          <p:nvPr>
            <p:ph type="body" sz="quarter" idx="25"/>
          </p:nvPr>
        </p:nvSpPr>
        <p:spPr>
          <a:xfrm>
            <a:off x="9023403" y="5282275"/>
            <a:ext cx="2517605" cy="1029458"/>
          </a:xfrm>
        </p:spPr>
        <p:txBody>
          <a:bodyPr lIns="0">
            <a:noAutofit/>
          </a:bodyPr>
          <a:lstStyle>
            <a:lvl1pPr marL="0" indent="0" algn="ctr">
              <a:buNone/>
              <a:defRPr sz="1400">
                <a:latin typeface="+mn-lt"/>
                <a:cs typeface="Arial" panose="020B0604020202020204" pitchFamily="34" charset="0"/>
              </a:defRPr>
            </a:lvl1pPr>
          </a:lstStyle>
          <a:p>
            <a:pPr lvl="0"/>
            <a:r>
              <a:rPr lang="en-US"/>
              <a:t>Edit Master text styles</a:t>
            </a:r>
          </a:p>
        </p:txBody>
      </p:sp>
      <p:sp>
        <p:nvSpPr>
          <p:cNvPr id="20" name="Text Placeholder 6">
            <a:extLst>
              <a:ext uri="{FF2B5EF4-FFF2-40B4-BE49-F238E27FC236}">
                <a16:creationId xmlns:a16="http://schemas.microsoft.com/office/drawing/2014/main" id="{B18BFAE0-942E-42DB-BD07-596D50E07E37}"/>
              </a:ext>
            </a:extLst>
          </p:cNvPr>
          <p:cNvSpPr>
            <a:spLocks noGrp="1"/>
          </p:cNvSpPr>
          <p:nvPr>
            <p:ph type="body" sz="quarter" idx="26" hasCustomPrompt="1"/>
          </p:nvPr>
        </p:nvSpPr>
        <p:spPr>
          <a:xfrm>
            <a:off x="9023403" y="4801749"/>
            <a:ext cx="2517605" cy="382749"/>
          </a:xfrm>
        </p:spPr>
        <p:txBody>
          <a:bodyPr lIns="0" anchor="b">
            <a:noAutofit/>
          </a:bodyPr>
          <a:lstStyle>
            <a:lvl1pPr marL="0" indent="0" algn="ctr">
              <a:buNone/>
              <a:defRPr sz="1600" b="1">
                <a:latin typeface="+mj-lt"/>
                <a:cs typeface="Arial" panose="020B0604020202020204" pitchFamily="34" charset="0"/>
              </a:defRPr>
            </a:lvl1pPr>
          </a:lstStyle>
          <a:p>
            <a:pPr lvl="0"/>
            <a:r>
              <a:rPr lang="en-US" dirty="0"/>
              <a:t>ADD NAME HERE</a:t>
            </a:r>
          </a:p>
        </p:txBody>
      </p:sp>
      <p:sp>
        <p:nvSpPr>
          <p:cNvPr id="21" name="Shape 62" title="Decorative">
            <a:extLst>
              <a:ext uri="{FF2B5EF4-FFF2-40B4-BE49-F238E27FC236}">
                <a16:creationId xmlns:a16="http://schemas.microsoft.com/office/drawing/2014/main" id="{E1A23DB6-E067-4A30-8C4B-98B452428518}"/>
              </a:ext>
            </a:extLst>
          </p:cNvPr>
          <p:cNvSpPr/>
          <p:nvPr userDrawn="1"/>
        </p:nvSpPr>
        <p:spPr>
          <a:xfrm rot="16200000" flipV="1">
            <a:off x="6096000" y="759266"/>
            <a:ext cx="0" cy="2188805"/>
          </a:xfrm>
          <a:prstGeom prst="line">
            <a:avLst/>
          </a:prstGeom>
          <a:ln w="76200">
            <a:solidFill>
              <a:schemeClr val="accent1">
                <a:lumMod val="60000"/>
                <a:lumOff val="40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solidFill>
                <a:schemeClr val="bg1"/>
              </a:solidFill>
            </a:endParaRPr>
          </a:p>
        </p:txBody>
      </p:sp>
    </p:spTree>
    <p:extLst>
      <p:ext uri="{BB962C8B-B14F-4D97-AF65-F5344CB8AC3E}">
        <p14:creationId xmlns:p14="http://schemas.microsoft.com/office/powerpoint/2010/main" val="6877645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4" name="Rectangle 3" title="Decorative"/>
          <p:cNvSpPr/>
          <p:nvPr userDrawn="1"/>
        </p:nvSpPr>
        <p:spPr>
          <a:xfrm>
            <a:off x="0" y="1964267"/>
            <a:ext cx="3052729" cy="24435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title="Decorative"/>
          <p:cNvSpPr/>
          <p:nvPr userDrawn="1"/>
        </p:nvSpPr>
        <p:spPr>
          <a:xfrm>
            <a:off x="6092848" y="1964267"/>
            <a:ext cx="3052729" cy="24435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title="Decorative"/>
          <p:cNvSpPr/>
          <p:nvPr userDrawn="1"/>
        </p:nvSpPr>
        <p:spPr>
          <a:xfrm>
            <a:off x="9139272" y="4414498"/>
            <a:ext cx="3052729" cy="2443502"/>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FBBE79-9A2D-485C-A5FF-D6F6AFD2AFC3}"/>
              </a:ext>
            </a:extLst>
          </p:cNvPr>
          <p:cNvSpPr>
            <a:spLocks noGrp="1"/>
          </p:cNvSpPr>
          <p:nvPr userDrawn="1">
            <p:ph type="title"/>
          </p:nvPr>
        </p:nvSpPr>
        <p:spPr>
          <a:xfrm>
            <a:off x="2106887" y="616350"/>
            <a:ext cx="7978227" cy="1062602"/>
          </a:xfrm>
        </p:spPr>
        <p:txBody>
          <a:bodyPr lIns="0"/>
          <a:lstStyle>
            <a:lvl1pPr algn="ctr">
              <a:defRPr>
                <a:solidFill>
                  <a:schemeClr val="tx2"/>
                </a:solidFill>
              </a:defRPr>
            </a:lvl1pPr>
          </a:lstStyle>
          <a:p>
            <a:r>
              <a:rPr lang="en-US"/>
              <a:t>Click to edit Master title style</a:t>
            </a:r>
            <a:endParaRPr lang="en-US" dirty="0"/>
          </a:p>
        </p:txBody>
      </p:sp>
      <p:sp>
        <p:nvSpPr>
          <p:cNvPr id="30" name="Picture Placeholder 4" title="Decorative">
            <a:extLst>
              <a:ext uri="{FF2B5EF4-FFF2-40B4-BE49-F238E27FC236}">
                <a16:creationId xmlns:a16="http://schemas.microsoft.com/office/drawing/2014/main" id="{0D8C8A61-C19F-4EF6-A991-5B6EFC5F7AFB}"/>
              </a:ext>
            </a:extLst>
          </p:cNvPr>
          <p:cNvSpPr>
            <a:spLocks noGrp="1"/>
          </p:cNvSpPr>
          <p:nvPr>
            <p:ph type="pic" sz="quarter" idx="11"/>
          </p:nvPr>
        </p:nvSpPr>
        <p:spPr>
          <a:xfrm>
            <a:off x="0" y="4416552"/>
            <a:ext cx="3054096" cy="2441448"/>
          </a:xfrm>
          <a:prstGeom prst="rect">
            <a:avLst/>
          </a:prstGeom>
        </p:spPr>
        <p:txBody>
          <a:bodyPr>
            <a:normAutofit/>
          </a:bodyPr>
          <a:lstStyle>
            <a:lvl1pPr algn="ctr">
              <a:defRPr sz="1600"/>
            </a:lvl1pPr>
          </a:lstStyle>
          <a:p>
            <a:r>
              <a:rPr lang="en-US"/>
              <a:t>Click icon to add picture</a:t>
            </a:r>
            <a:endParaRPr lang="en-US" dirty="0"/>
          </a:p>
        </p:txBody>
      </p:sp>
      <p:sp>
        <p:nvSpPr>
          <p:cNvPr id="32" name="Picture Placeholder 4" title="Decorative">
            <a:extLst>
              <a:ext uri="{FF2B5EF4-FFF2-40B4-BE49-F238E27FC236}">
                <a16:creationId xmlns:a16="http://schemas.microsoft.com/office/drawing/2014/main" id="{12606688-9042-46BE-82EA-2A9034C21250}"/>
              </a:ext>
            </a:extLst>
          </p:cNvPr>
          <p:cNvSpPr>
            <a:spLocks noGrp="1"/>
          </p:cNvSpPr>
          <p:nvPr>
            <p:ph type="pic" sz="quarter" idx="13"/>
          </p:nvPr>
        </p:nvSpPr>
        <p:spPr>
          <a:xfrm>
            <a:off x="3046424" y="1964267"/>
            <a:ext cx="3054096" cy="2441448"/>
          </a:xfrm>
          <a:prstGeom prst="rect">
            <a:avLst/>
          </a:prstGeom>
        </p:spPr>
        <p:txBody>
          <a:bodyPr>
            <a:normAutofit/>
          </a:bodyPr>
          <a:lstStyle>
            <a:lvl1pPr algn="ctr">
              <a:defRPr sz="1600"/>
            </a:lvl1pPr>
          </a:lstStyle>
          <a:p>
            <a:r>
              <a:rPr lang="en-US"/>
              <a:t>Click icon to add picture</a:t>
            </a:r>
            <a:endParaRPr lang="en-US" dirty="0"/>
          </a:p>
        </p:txBody>
      </p:sp>
      <p:sp>
        <p:nvSpPr>
          <p:cNvPr id="33" name="Picture Placeholder 4" title="Decorative">
            <a:extLst>
              <a:ext uri="{FF2B5EF4-FFF2-40B4-BE49-F238E27FC236}">
                <a16:creationId xmlns:a16="http://schemas.microsoft.com/office/drawing/2014/main" id="{94A72397-DF36-48ED-9888-0827D143B9BE}"/>
              </a:ext>
            </a:extLst>
          </p:cNvPr>
          <p:cNvSpPr>
            <a:spLocks noGrp="1"/>
          </p:cNvSpPr>
          <p:nvPr>
            <p:ph type="pic" sz="quarter" idx="14"/>
          </p:nvPr>
        </p:nvSpPr>
        <p:spPr>
          <a:xfrm>
            <a:off x="9137904" y="1964267"/>
            <a:ext cx="3054096" cy="2441448"/>
          </a:xfrm>
          <a:prstGeom prst="rect">
            <a:avLst/>
          </a:prstGeom>
        </p:spPr>
        <p:txBody>
          <a:bodyPr>
            <a:normAutofit/>
          </a:bodyPr>
          <a:lstStyle>
            <a:lvl1pPr algn="ctr">
              <a:defRPr sz="1600"/>
            </a:lvl1pPr>
          </a:lstStyle>
          <a:p>
            <a:r>
              <a:rPr lang="en-US"/>
              <a:t>Click icon to add picture</a:t>
            </a:r>
            <a:endParaRPr lang="en-US" dirty="0"/>
          </a:p>
        </p:txBody>
      </p:sp>
      <p:sp>
        <p:nvSpPr>
          <p:cNvPr id="26" name="Rectangle 25" title="Decorative"/>
          <p:cNvSpPr/>
          <p:nvPr userDrawn="1"/>
        </p:nvSpPr>
        <p:spPr>
          <a:xfrm>
            <a:off x="3046424" y="4414498"/>
            <a:ext cx="3052729" cy="24435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DD736A8B-DD51-4DE5-A500-3F2E06CA9E12}"/>
              </a:ext>
            </a:extLst>
          </p:cNvPr>
          <p:cNvSpPr>
            <a:spLocks noGrp="1"/>
          </p:cNvSpPr>
          <p:nvPr userDrawn="1">
            <p:ph type="body" sz="quarter" idx="15"/>
          </p:nvPr>
        </p:nvSpPr>
        <p:spPr>
          <a:xfrm>
            <a:off x="264410" y="3652861"/>
            <a:ext cx="2517605" cy="484146"/>
          </a:xfrm>
        </p:spPr>
        <p:txBody>
          <a:bodyPr lIns="0">
            <a:noAutofit/>
          </a:bodyPr>
          <a:lstStyle>
            <a:lvl1pPr marL="0" indent="0" algn="ctr">
              <a:buNone/>
              <a:defRPr sz="1400">
                <a:solidFill>
                  <a:schemeClr val="bg1"/>
                </a:solidFill>
                <a:latin typeface="+mn-lt"/>
                <a:cs typeface="Arial" panose="020B0604020202020204" pitchFamily="34" charset="0"/>
              </a:defRPr>
            </a:lvl1pPr>
          </a:lstStyle>
          <a:p>
            <a:pPr lvl="0"/>
            <a:r>
              <a:rPr lang="en-US"/>
              <a:t>Edit Master text styles</a:t>
            </a:r>
          </a:p>
        </p:txBody>
      </p:sp>
      <p:sp>
        <p:nvSpPr>
          <p:cNvPr id="10" name="Text Placeholder 6">
            <a:extLst>
              <a:ext uri="{FF2B5EF4-FFF2-40B4-BE49-F238E27FC236}">
                <a16:creationId xmlns:a16="http://schemas.microsoft.com/office/drawing/2014/main" id="{088F0D2C-15BE-4CDF-B390-80500DDD7436}"/>
              </a:ext>
            </a:extLst>
          </p:cNvPr>
          <p:cNvSpPr>
            <a:spLocks noGrp="1"/>
          </p:cNvSpPr>
          <p:nvPr userDrawn="1">
            <p:ph type="body" sz="quarter" idx="16" hasCustomPrompt="1"/>
          </p:nvPr>
        </p:nvSpPr>
        <p:spPr>
          <a:xfrm>
            <a:off x="264410" y="3248535"/>
            <a:ext cx="2517605" cy="382749"/>
          </a:xfrm>
        </p:spPr>
        <p:txBody>
          <a:bodyPr lIns="0" anchor="b">
            <a:noAutofit/>
          </a:bodyPr>
          <a:lstStyle>
            <a:lvl1pPr marL="0" indent="0" algn="ctr">
              <a:buNone/>
              <a:defRPr sz="1600" b="1">
                <a:solidFill>
                  <a:schemeClr val="bg1"/>
                </a:solidFill>
                <a:latin typeface="+mj-lt"/>
                <a:cs typeface="Arial" panose="020B0604020202020204" pitchFamily="34" charset="0"/>
              </a:defRPr>
            </a:lvl1pPr>
          </a:lstStyle>
          <a:p>
            <a:pPr lvl="0"/>
            <a:r>
              <a:rPr lang="en-US" dirty="0"/>
              <a:t>ADD NAME HERE</a:t>
            </a:r>
          </a:p>
        </p:txBody>
      </p:sp>
      <p:sp>
        <p:nvSpPr>
          <p:cNvPr id="11" name="Text Placeholder 6">
            <a:extLst>
              <a:ext uri="{FF2B5EF4-FFF2-40B4-BE49-F238E27FC236}">
                <a16:creationId xmlns:a16="http://schemas.microsoft.com/office/drawing/2014/main" id="{BC14EC5C-D80F-42F2-A5F0-D4F07AADAECE}"/>
              </a:ext>
            </a:extLst>
          </p:cNvPr>
          <p:cNvSpPr>
            <a:spLocks noGrp="1"/>
          </p:cNvSpPr>
          <p:nvPr userDrawn="1">
            <p:ph type="body" sz="quarter" idx="17"/>
          </p:nvPr>
        </p:nvSpPr>
        <p:spPr>
          <a:xfrm>
            <a:off x="6359042" y="3652861"/>
            <a:ext cx="2517605" cy="484146"/>
          </a:xfrm>
        </p:spPr>
        <p:txBody>
          <a:bodyPr lIns="0">
            <a:noAutofit/>
          </a:bodyPr>
          <a:lstStyle>
            <a:lvl1pPr marL="0" indent="0" algn="ctr">
              <a:buNone/>
              <a:defRPr sz="1400">
                <a:solidFill>
                  <a:schemeClr val="bg1"/>
                </a:solidFill>
                <a:latin typeface="+mn-lt"/>
                <a:cs typeface="Arial" panose="020B0604020202020204" pitchFamily="34" charset="0"/>
              </a:defRPr>
            </a:lvl1pPr>
          </a:lstStyle>
          <a:p>
            <a:pPr lvl="0"/>
            <a:r>
              <a:rPr lang="en-US"/>
              <a:t>Edit Master text styles</a:t>
            </a:r>
          </a:p>
        </p:txBody>
      </p:sp>
      <p:sp>
        <p:nvSpPr>
          <p:cNvPr id="12" name="Text Placeholder 6">
            <a:extLst>
              <a:ext uri="{FF2B5EF4-FFF2-40B4-BE49-F238E27FC236}">
                <a16:creationId xmlns:a16="http://schemas.microsoft.com/office/drawing/2014/main" id="{235DD3B7-76E7-45B9-B75B-30D7AFC8EE6C}"/>
              </a:ext>
            </a:extLst>
          </p:cNvPr>
          <p:cNvSpPr>
            <a:spLocks noGrp="1"/>
          </p:cNvSpPr>
          <p:nvPr userDrawn="1">
            <p:ph type="body" sz="quarter" idx="18" hasCustomPrompt="1"/>
          </p:nvPr>
        </p:nvSpPr>
        <p:spPr>
          <a:xfrm>
            <a:off x="6359042" y="3248535"/>
            <a:ext cx="2517605" cy="382749"/>
          </a:xfrm>
        </p:spPr>
        <p:txBody>
          <a:bodyPr lIns="0" anchor="b">
            <a:noAutofit/>
          </a:bodyPr>
          <a:lstStyle>
            <a:lvl1pPr marL="0" indent="0" algn="ctr">
              <a:buNone/>
              <a:defRPr sz="1600" b="1">
                <a:solidFill>
                  <a:schemeClr val="bg1"/>
                </a:solidFill>
                <a:latin typeface="+mj-lt"/>
                <a:cs typeface="Arial" panose="020B0604020202020204" pitchFamily="34" charset="0"/>
              </a:defRPr>
            </a:lvl1pPr>
          </a:lstStyle>
          <a:p>
            <a:pPr lvl="0"/>
            <a:r>
              <a:rPr lang="en-US" dirty="0"/>
              <a:t>ADD NAME HERE</a:t>
            </a:r>
          </a:p>
        </p:txBody>
      </p:sp>
      <p:sp>
        <p:nvSpPr>
          <p:cNvPr id="13" name="Text Placeholder 6">
            <a:extLst>
              <a:ext uri="{FF2B5EF4-FFF2-40B4-BE49-F238E27FC236}">
                <a16:creationId xmlns:a16="http://schemas.microsoft.com/office/drawing/2014/main" id="{3B9FAC90-EA8D-4C0E-A0D1-0D252B50A12F}"/>
              </a:ext>
            </a:extLst>
          </p:cNvPr>
          <p:cNvSpPr>
            <a:spLocks noGrp="1"/>
          </p:cNvSpPr>
          <p:nvPr userDrawn="1">
            <p:ph type="body" sz="quarter" idx="19"/>
          </p:nvPr>
        </p:nvSpPr>
        <p:spPr>
          <a:xfrm>
            <a:off x="3288925" y="5167572"/>
            <a:ext cx="2517605" cy="484146"/>
          </a:xfrm>
        </p:spPr>
        <p:txBody>
          <a:bodyPr lIns="0">
            <a:noAutofit/>
          </a:bodyPr>
          <a:lstStyle>
            <a:lvl1pPr marL="0" indent="0" algn="ctr">
              <a:buNone/>
              <a:defRPr sz="1400">
                <a:solidFill>
                  <a:schemeClr val="bg1"/>
                </a:solidFill>
                <a:latin typeface="+mn-lt"/>
                <a:cs typeface="Arial" panose="020B0604020202020204" pitchFamily="34" charset="0"/>
              </a:defRPr>
            </a:lvl1pPr>
          </a:lstStyle>
          <a:p>
            <a:pPr lvl="0"/>
            <a:r>
              <a:rPr lang="en-US"/>
              <a:t>Edit Master text styles</a:t>
            </a:r>
          </a:p>
        </p:txBody>
      </p:sp>
      <p:sp>
        <p:nvSpPr>
          <p:cNvPr id="14" name="Text Placeholder 6">
            <a:extLst>
              <a:ext uri="{FF2B5EF4-FFF2-40B4-BE49-F238E27FC236}">
                <a16:creationId xmlns:a16="http://schemas.microsoft.com/office/drawing/2014/main" id="{5556F808-0B84-4923-9C86-83F13CFABBB6}"/>
              </a:ext>
            </a:extLst>
          </p:cNvPr>
          <p:cNvSpPr>
            <a:spLocks noGrp="1"/>
          </p:cNvSpPr>
          <p:nvPr userDrawn="1">
            <p:ph type="body" sz="quarter" idx="20" hasCustomPrompt="1"/>
          </p:nvPr>
        </p:nvSpPr>
        <p:spPr>
          <a:xfrm>
            <a:off x="3288925" y="4763246"/>
            <a:ext cx="2517605" cy="382749"/>
          </a:xfrm>
        </p:spPr>
        <p:txBody>
          <a:bodyPr lIns="0" anchor="b">
            <a:noAutofit/>
          </a:bodyPr>
          <a:lstStyle>
            <a:lvl1pPr marL="0" indent="0" algn="ctr">
              <a:buNone/>
              <a:defRPr sz="1600" b="1">
                <a:solidFill>
                  <a:schemeClr val="bg1"/>
                </a:solidFill>
                <a:latin typeface="+mj-lt"/>
                <a:cs typeface="Arial" panose="020B0604020202020204" pitchFamily="34" charset="0"/>
              </a:defRPr>
            </a:lvl1pPr>
          </a:lstStyle>
          <a:p>
            <a:pPr lvl="0"/>
            <a:r>
              <a:rPr lang="en-US" dirty="0"/>
              <a:t>ADD NAME HERE</a:t>
            </a:r>
          </a:p>
        </p:txBody>
      </p:sp>
      <p:sp>
        <p:nvSpPr>
          <p:cNvPr id="15" name="Text Placeholder 6">
            <a:extLst>
              <a:ext uri="{FF2B5EF4-FFF2-40B4-BE49-F238E27FC236}">
                <a16:creationId xmlns:a16="http://schemas.microsoft.com/office/drawing/2014/main" id="{6D49870F-68D7-4CDC-8F2A-696151FA2B90}"/>
              </a:ext>
            </a:extLst>
          </p:cNvPr>
          <p:cNvSpPr>
            <a:spLocks noGrp="1"/>
          </p:cNvSpPr>
          <p:nvPr userDrawn="1">
            <p:ph type="body" sz="quarter" idx="21"/>
          </p:nvPr>
        </p:nvSpPr>
        <p:spPr>
          <a:xfrm>
            <a:off x="9412281" y="5167572"/>
            <a:ext cx="2517605" cy="484146"/>
          </a:xfrm>
        </p:spPr>
        <p:txBody>
          <a:bodyPr lIns="0">
            <a:noAutofit/>
          </a:bodyPr>
          <a:lstStyle>
            <a:lvl1pPr marL="0" indent="0" algn="ctr">
              <a:buNone/>
              <a:defRPr sz="1400">
                <a:solidFill>
                  <a:schemeClr val="bg1"/>
                </a:solidFill>
                <a:latin typeface="+mn-lt"/>
                <a:cs typeface="Arial" panose="020B0604020202020204" pitchFamily="34" charset="0"/>
              </a:defRPr>
            </a:lvl1pPr>
          </a:lstStyle>
          <a:p>
            <a:pPr lvl="0"/>
            <a:r>
              <a:rPr lang="en-US"/>
              <a:t>Edit Master text styles</a:t>
            </a:r>
          </a:p>
        </p:txBody>
      </p:sp>
      <p:sp>
        <p:nvSpPr>
          <p:cNvPr id="16" name="Text Placeholder 6">
            <a:extLst>
              <a:ext uri="{FF2B5EF4-FFF2-40B4-BE49-F238E27FC236}">
                <a16:creationId xmlns:a16="http://schemas.microsoft.com/office/drawing/2014/main" id="{530C251D-6B9A-485B-A02D-AAF34ECA7B5D}"/>
              </a:ext>
            </a:extLst>
          </p:cNvPr>
          <p:cNvSpPr>
            <a:spLocks noGrp="1"/>
          </p:cNvSpPr>
          <p:nvPr userDrawn="1">
            <p:ph type="body" sz="quarter" idx="22" hasCustomPrompt="1"/>
          </p:nvPr>
        </p:nvSpPr>
        <p:spPr>
          <a:xfrm>
            <a:off x="9412281" y="4763246"/>
            <a:ext cx="2517605" cy="382749"/>
          </a:xfrm>
        </p:spPr>
        <p:txBody>
          <a:bodyPr lIns="0" anchor="b">
            <a:noAutofit/>
          </a:bodyPr>
          <a:lstStyle>
            <a:lvl1pPr marL="0" indent="0" algn="ctr">
              <a:buNone/>
              <a:defRPr sz="1600" b="1">
                <a:solidFill>
                  <a:schemeClr val="bg1"/>
                </a:solidFill>
                <a:latin typeface="+mj-lt"/>
                <a:cs typeface="Arial" panose="020B0604020202020204" pitchFamily="34" charset="0"/>
              </a:defRPr>
            </a:lvl1pPr>
          </a:lstStyle>
          <a:p>
            <a:pPr lvl="0"/>
            <a:r>
              <a:rPr lang="en-US" dirty="0"/>
              <a:t>ADD NAME HERE</a:t>
            </a:r>
          </a:p>
        </p:txBody>
      </p:sp>
      <p:sp>
        <p:nvSpPr>
          <p:cNvPr id="31" name="Picture Placeholder 4" title="Decorative">
            <a:extLst>
              <a:ext uri="{FF2B5EF4-FFF2-40B4-BE49-F238E27FC236}">
                <a16:creationId xmlns:a16="http://schemas.microsoft.com/office/drawing/2014/main" id="{FB28CC40-CBF3-4E1C-841D-45C7739F95EE}"/>
              </a:ext>
            </a:extLst>
          </p:cNvPr>
          <p:cNvSpPr>
            <a:spLocks noGrp="1"/>
          </p:cNvSpPr>
          <p:nvPr>
            <p:ph type="pic" sz="quarter" idx="12"/>
          </p:nvPr>
        </p:nvSpPr>
        <p:spPr>
          <a:xfrm>
            <a:off x="6092848" y="4416552"/>
            <a:ext cx="3054096" cy="2441448"/>
          </a:xfrm>
          <a:prstGeom prst="rect">
            <a:avLst/>
          </a:prstGeom>
        </p:spPr>
        <p:txBody>
          <a:bodyPr>
            <a:normAutofit/>
          </a:bodyPr>
          <a:lstStyle>
            <a:lvl1pPr algn="ctr">
              <a:defRPr sz="1600"/>
            </a:lvl1pPr>
          </a:lstStyle>
          <a:p>
            <a:r>
              <a:rPr lang="en-US"/>
              <a:t>Click icon to add picture</a:t>
            </a:r>
            <a:endParaRPr lang="en-US" dirty="0"/>
          </a:p>
        </p:txBody>
      </p:sp>
    </p:spTree>
    <p:extLst>
      <p:ext uri="{BB962C8B-B14F-4D97-AF65-F5344CB8AC3E}">
        <p14:creationId xmlns:p14="http://schemas.microsoft.com/office/powerpoint/2010/main" val="33311750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38200" y="839972"/>
            <a:ext cx="4767262" cy="1342045"/>
          </a:xfrm>
        </p:spPr>
        <p:txBody>
          <a:bodyPr lIns="0" anchor="b">
            <a:normAutofit/>
          </a:bodyPr>
          <a:lstStyle>
            <a:lvl1pPr>
              <a:defRPr sz="4000">
                <a:solidFill>
                  <a:schemeClr val="accent1"/>
                </a:solidFill>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838200" y="2635242"/>
            <a:ext cx="4767262" cy="3483263"/>
          </a:xfrm>
        </p:spPr>
        <p:txBody>
          <a:bodyPr lIns="0">
            <a:normAutofit/>
          </a:bodyPr>
          <a:lstStyle>
            <a:lvl1pPr marL="0" indent="0">
              <a:lnSpc>
                <a:spcPct val="100000"/>
              </a:lnSpc>
              <a:buNone/>
              <a:defRPr sz="1400" spc="0">
                <a:solidFill>
                  <a:schemeClr val="tx2"/>
                </a:solidFill>
                <a:latin typeface="+mn-lt"/>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Edit Master text styles</a:t>
            </a:r>
          </a:p>
        </p:txBody>
      </p:sp>
      <p:sp>
        <p:nvSpPr>
          <p:cNvPr id="14" name="Text Placeholder 11">
            <a:extLst>
              <a:ext uri="{FF2B5EF4-FFF2-40B4-BE49-F238E27FC236}">
                <a16:creationId xmlns:a16="http://schemas.microsoft.com/office/drawing/2014/main" id="{BC005EA5-AC3E-B248-B6E7-9CA2F3092AAD}"/>
              </a:ext>
            </a:extLst>
          </p:cNvPr>
          <p:cNvSpPr>
            <a:spLocks noGrp="1"/>
          </p:cNvSpPr>
          <p:nvPr>
            <p:ph type="body" sz="quarter" idx="12" hasCustomPrompt="1"/>
          </p:nvPr>
        </p:nvSpPr>
        <p:spPr>
          <a:xfrm>
            <a:off x="838200" y="2247679"/>
            <a:ext cx="4767262" cy="321901"/>
          </a:xfrm>
        </p:spPr>
        <p:txBody>
          <a:bodyPr lIns="0" anchor="t">
            <a:normAutofit/>
          </a:bodyPr>
          <a:lstStyle>
            <a:lvl1pPr marL="0" indent="0">
              <a:buNone/>
              <a:defRPr sz="1400" spc="300">
                <a:solidFill>
                  <a:schemeClr val="tx2"/>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3" name="Chart Placeholder 2" title="Decorative">
            <a:extLst>
              <a:ext uri="{FF2B5EF4-FFF2-40B4-BE49-F238E27FC236}">
                <a16:creationId xmlns:a16="http://schemas.microsoft.com/office/drawing/2014/main" id="{D352E4A8-F531-4E6C-BD45-CE540EDB1D48}"/>
              </a:ext>
            </a:extLst>
          </p:cNvPr>
          <p:cNvSpPr>
            <a:spLocks noGrp="1"/>
          </p:cNvSpPr>
          <p:nvPr>
            <p:ph type="chart" sz="quarter" idx="13"/>
          </p:nvPr>
        </p:nvSpPr>
        <p:spPr>
          <a:xfrm>
            <a:off x="5937569" y="2247900"/>
            <a:ext cx="5620473" cy="3870325"/>
          </a:xfrm>
        </p:spPr>
        <p:txBody>
          <a:bodyPr/>
          <a:lstStyle/>
          <a:p>
            <a:r>
              <a:rPr lang="en-US" noProof="0"/>
              <a:t>Click icon to add chart</a:t>
            </a:r>
            <a:endParaRPr lang="en-US" noProof="0" dirty="0"/>
          </a:p>
        </p:txBody>
      </p:sp>
      <p:sp>
        <p:nvSpPr>
          <p:cNvPr id="2" name="Rectangle 1">
            <a:extLst>
              <a:ext uri="{FF2B5EF4-FFF2-40B4-BE49-F238E27FC236}">
                <a16:creationId xmlns:a16="http://schemas.microsoft.com/office/drawing/2014/main" id="{2B5F4DF3-3822-4AC9-9C82-C8D284E443EB}"/>
              </a:ext>
            </a:extLst>
          </p:cNvPr>
          <p:cNvSpPr/>
          <p:nvPr userDrawn="1"/>
        </p:nvSpPr>
        <p:spPr>
          <a:xfrm>
            <a:off x="5937569" y="2082800"/>
            <a:ext cx="5620473" cy="10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009635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38200" y="839972"/>
            <a:ext cx="4767262" cy="1342045"/>
          </a:xfrm>
        </p:spPr>
        <p:txBody>
          <a:bodyPr lIns="0" anchor="b">
            <a:normAutofit/>
          </a:bodyPr>
          <a:lstStyle>
            <a:lvl1pPr>
              <a:defRPr sz="4000">
                <a:solidFill>
                  <a:schemeClr val="tx2"/>
                </a:solidFill>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838200" y="2635242"/>
            <a:ext cx="4767262" cy="3483263"/>
          </a:xfrm>
        </p:spPr>
        <p:txBody>
          <a:bodyPr lIns="0">
            <a:normAutofit/>
          </a:bodyPr>
          <a:lstStyle>
            <a:lvl1pPr marL="0" indent="0">
              <a:lnSpc>
                <a:spcPct val="100000"/>
              </a:lnSpc>
              <a:buNone/>
              <a:defRPr sz="1400" spc="0">
                <a:solidFill>
                  <a:schemeClr val="tx2"/>
                </a:solidFill>
                <a:latin typeface="+mn-lt"/>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Edit Master text styles</a:t>
            </a:r>
          </a:p>
        </p:txBody>
      </p:sp>
      <p:sp>
        <p:nvSpPr>
          <p:cNvPr id="14" name="Text Placeholder 11">
            <a:extLst>
              <a:ext uri="{FF2B5EF4-FFF2-40B4-BE49-F238E27FC236}">
                <a16:creationId xmlns:a16="http://schemas.microsoft.com/office/drawing/2014/main" id="{BC005EA5-AC3E-B248-B6E7-9CA2F3092AAD}"/>
              </a:ext>
            </a:extLst>
          </p:cNvPr>
          <p:cNvSpPr>
            <a:spLocks noGrp="1"/>
          </p:cNvSpPr>
          <p:nvPr>
            <p:ph type="body" sz="quarter" idx="12" hasCustomPrompt="1"/>
          </p:nvPr>
        </p:nvSpPr>
        <p:spPr>
          <a:xfrm>
            <a:off x="838200" y="2247679"/>
            <a:ext cx="4767262" cy="321901"/>
          </a:xfrm>
        </p:spPr>
        <p:txBody>
          <a:bodyPr lIns="0" anchor="t">
            <a:normAutofit/>
          </a:bodyPr>
          <a:lstStyle>
            <a:lvl1pPr marL="0" indent="0">
              <a:buNone/>
              <a:defRPr sz="1400" spc="300">
                <a:solidFill>
                  <a:schemeClr val="tx2"/>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3" name="Chart Placeholder 2" title="Decorative">
            <a:extLst>
              <a:ext uri="{FF2B5EF4-FFF2-40B4-BE49-F238E27FC236}">
                <a16:creationId xmlns:a16="http://schemas.microsoft.com/office/drawing/2014/main" id="{D352E4A8-F531-4E6C-BD45-CE540EDB1D48}"/>
              </a:ext>
            </a:extLst>
          </p:cNvPr>
          <p:cNvSpPr>
            <a:spLocks noGrp="1"/>
          </p:cNvSpPr>
          <p:nvPr>
            <p:ph type="chart" sz="quarter" idx="13"/>
          </p:nvPr>
        </p:nvSpPr>
        <p:spPr>
          <a:xfrm>
            <a:off x="5937569" y="839972"/>
            <a:ext cx="5620473" cy="5278253"/>
          </a:xfrm>
        </p:spPr>
        <p:txBody>
          <a:bodyPr/>
          <a:lstStyle/>
          <a:p>
            <a:r>
              <a:rPr lang="en-US" noProof="0"/>
              <a:t>Click icon to add chart</a:t>
            </a:r>
            <a:endParaRPr lang="en-US" noProof="0" dirty="0"/>
          </a:p>
        </p:txBody>
      </p:sp>
      <p:sp>
        <p:nvSpPr>
          <p:cNvPr id="7" name="Shape 62" title="Decorative">
            <a:extLst>
              <a:ext uri="{FF2B5EF4-FFF2-40B4-BE49-F238E27FC236}">
                <a16:creationId xmlns:a16="http://schemas.microsoft.com/office/drawing/2014/main" id="{5C48ADE8-5D65-4FF2-93E1-D504137454D1}"/>
              </a:ext>
            </a:extLst>
          </p:cNvPr>
          <p:cNvSpPr/>
          <p:nvPr userDrawn="1"/>
        </p:nvSpPr>
        <p:spPr>
          <a:xfrm flipV="1">
            <a:off x="5770807" y="839972"/>
            <a:ext cx="0" cy="5370328"/>
          </a:xfrm>
          <a:prstGeom prst="line">
            <a:avLst/>
          </a:prstGeom>
          <a:ln w="76200">
            <a:solidFill>
              <a:schemeClr val="accent1">
                <a:alpha val="97000"/>
              </a:schemeClr>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Tree>
    <p:extLst>
      <p:ext uri="{BB962C8B-B14F-4D97-AF65-F5344CB8AC3E}">
        <p14:creationId xmlns:p14="http://schemas.microsoft.com/office/powerpoint/2010/main" val="13101273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Blank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EE74C1-9E1A-46A4-9261-8F389FEAB7F4}"/>
              </a:ext>
            </a:extLst>
          </p:cNvPr>
          <p:cNvSpPr/>
          <p:nvPr userDrawn="1"/>
        </p:nvSpPr>
        <p:spPr>
          <a:xfrm>
            <a:off x="5727700" y="0"/>
            <a:ext cx="64643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38200" y="839972"/>
            <a:ext cx="4767262" cy="1342045"/>
          </a:xfrm>
        </p:spPr>
        <p:txBody>
          <a:bodyPr lIns="0" anchor="b">
            <a:normAutofit/>
          </a:bodyPr>
          <a:lstStyle>
            <a:lvl1pPr>
              <a:defRPr sz="4000">
                <a:solidFill>
                  <a:schemeClr val="tx2"/>
                </a:solidFill>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838200" y="2635242"/>
            <a:ext cx="4767262" cy="3483263"/>
          </a:xfrm>
        </p:spPr>
        <p:txBody>
          <a:bodyPr lIns="0">
            <a:normAutofit/>
          </a:bodyPr>
          <a:lstStyle>
            <a:lvl1pPr marL="0" indent="0">
              <a:lnSpc>
                <a:spcPct val="100000"/>
              </a:lnSpc>
              <a:buNone/>
              <a:defRPr sz="1400" spc="0">
                <a:solidFill>
                  <a:schemeClr val="tx2"/>
                </a:solidFill>
                <a:latin typeface="+mn-lt"/>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Edit Master text styles</a:t>
            </a:r>
          </a:p>
        </p:txBody>
      </p:sp>
      <p:sp>
        <p:nvSpPr>
          <p:cNvPr id="14" name="Text Placeholder 11">
            <a:extLst>
              <a:ext uri="{FF2B5EF4-FFF2-40B4-BE49-F238E27FC236}">
                <a16:creationId xmlns:a16="http://schemas.microsoft.com/office/drawing/2014/main" id="{BC005EA5-AC3E-B248-B6E7-9CA2F3092AAD}"/>
              </a:ext>
            </a:extLst>
          </p:cNvPr>
          <p:cNvSpPr>
            <a:spLocks noGrp="1"/>
          </p:cNvSpPr>
          <p:nvPr>
            <p:ph type="body" sz="quarter" idx="12" hasCustomPrompt="1"/>
          </p:nvPr>
        </p:nvSpPr>
        <p:spPr>
          <a:xfrm>
            <a:off x="838200" y="2247679"/>
            <a:ext cx="4767262" cy="321901"/>
          </a:xfrm>
        </p:spPr>
        <p:txBody>
          <a:bodyPr lIns="0" anchor="t">
            <a:normAutofit/>
          </a:bodyPr>
          <a:lstStyle>
            <a:lvl1pPr marL="0" indent="0">
              <a:buNone/>
              <a:defRPr sz="1400" spc="300">
                <a:solidFill>
                  <a:schemeClr val="tx2"/>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3" name="Chart Placeholder 2" title="Decorative">
            <a:extLst>
              <a:ext uri="{FF2B5EF4-FFF2-40B4-BE49-F238E27FC236}">
                <a16:creationId xmlns:a16="http://schemas.microsoft.com/office/drawing/2014/main" id="{D352E4A8-F531-4E6C-BD45-CE540EDB1D48}"/>
              </a:ext>
            </a:extLst>
          </p:cNvPr>
          <p:cNvSpPr>
            <a:spLocks noGrp="1"/>
          </p:cNvSpPr>
          <p:nvPr>
            <p:ph type="chart" sz="quarter" idx="13"/>
          </p:nvPr>
        </p:nvSpPr>
        <p:spPr>
          <a:xfrm>
            <a:off x="5937569" y="839972"/>
            <a:ext cx="5620473" cy="5278253"/>
          </a:xfrm>
        </p:spPr>
        <p:txBody>
          <a:bodyPr/>
          <a:lstStyle>
            <a:lvl1pPr>
              <a:defRPr>
                <a:solidFill>
                  <a:schemeClr val="bg1"/>
                </a:solidFill>
              </a:defRPr>
            </a:lvl1pPr>
          </a:lstStyle>
          <a:p>
            <a:r>
              <a:rPr lang="en-US" noProof="0"/>
              <a:t>Click icon to add chart</a:t>
            </a:r>
            <a:endParaRPr lang="en-US" noProof="0" dirty="0"/>
          </a:p>
        </p:txBody>
      </p:sp>
    </p:spTree>
    <p:extLst>
      <p:ext uri="{BB962C8B-B14F-4D97-AF65-F5344CB8AC3E}">
        <p14:creationId xmlns:p14="http://schemas.microsoft.com/office/powerpoint/2010/main" val="19147689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_Blank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EE74C1-9E1A-46A4-9261-8F389FEAB7F4}"/>
              </a:ext>
            </a:extLst>
          </p:cNvPr>
          <p:cNvSpPr/>
          <p:nvPr userDrawn="1"/>
        </p:nvSpPr>
        <p:spPr>
          <a:xfrm>
            <a:off x="5727700" y="0"/>
            <a:ext cx="6464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38200" y="839972"/>
            <a:ext cx="4767262" cy="1342045"/>
          </a:xfrm>
        </p:spPr>
        <p:txBody>
          <a:bodyPr lIns="0" anchor="b">
            <a:normAutofit/>
          </a:bodyPr>
          <a:lstStyle>
            <a:lvl1pPr>
              <a:defRPr sz="4000">
                <a:solidFill>
                  <a:schemeClr val="tx2"/>
                </a:solidFill>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838200" y="2635242"/>
            <a:ext cx="4767262" cy="3483263"/>
          </a:xfrm>
        </p:spPr>
        <p:txBody>
          <a:bodyPr lIns="0">
            <a:normAutofit/>
          </a:bodyPr>
          <a:lstStyle>
            <a:lvl1pPr marL="0" indent="0">
              <a:lnSpc>
                <a:spcPct val="100000"/>
              </a:lnSpc>
              <a:buNone/>
              <a:defRPr sz="1400" spc="0">
                <a:solidFill>
                  <a:schemeClr val="tx2"/>
                </a:solidFill>
                <a:latin typeface="+mn-lt"/>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Edit Master text styles</a:t>
            </a:r>
          </a:p>
        </p:txBody>
      </p:sp>
      <p:sp>
        <p:nvSpPr>
          <p:cNvPr id="14" name="Text Placeholder 11">
            <a:extLst>
              <a:ext uri="{FF2B5EF4-FFF2-40B4-BE49-F238E27FC236}">
                <a16:creationId xmlns:a16="http://schemas.microsoft.com/office/drawing/2014/main" id="{BC005EA5-AC3E-B248-B6E7-9CA2F3092AAD}"/>
              </a:ext>
            </a:extLst>
          </p:cNvPr>
          <p:cNvSpPr>
            <a:spLocks noGrp="1"/>
          </p:cNvSpPr>
          <p:nvPr>
            <p:ph type="body" sz="quarter" idx="12" hasCustomPrompt="1"/>
          </p:nvPr>
        </p:nvSpPr>
        <p:spPr>
          <a:xfrm>
            <a:off x="838200" y="2247679"/>
            <a:ext cx="4767262" cy="321901"/>
          </a:xfrm>
        </p:spPr>
        <p:txBody>
          <a:bodyPr lIns="0" anchor="t">
            <a:normAutofit/>
          </a:bodyPr>
          <a:lstStyle>
            <a:lvl1pPr marL="0" indent="0">
              <a:buNone/>
              <a:defRPr sz="1400" spc="300">
                <a:solidFill>
                  <a:schemeClr val="tx2"/>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3" name="Chart Placeholder 2" title="Decorative">
            <a:extLst>
              <a:ext uri="{FF2B5EF4-FFF2-40B4-BE49-F238E27FC236}">
                <a16:creationId xmlns:a16="http://schemas.microsoft.com/office/drawing/2014/main" id="{D352E4A8-F531-4E6C-BD45-CE540EDB1D48}"/>
              </a:ext>
            </a:extLst>
          </p:cNvPr>
          <p:cNvSpPr>
            <a:spLocks noGrp="1"/>
          </p:cNvSpPr>
          <p:nvPr>
            <p:ph type="chart" sz="quarter" idx="13"/>
          </p:nvPr>
        </p:nvSpPr>
        <p:spPr>
          <a:xfrm>
            <a:off x="5937569" y="839972"/>
            <a:ext cx="5620473" cy="5278253"/>
          </a:xfrm>
        </p:spPr>
        <p:txBody>
          <a:bodyPr/>
          <a:lstStyle>
            <a:lvl1pPr>
              <a:defRPr>
                <a:solidFill>
                  <a:schemeClr val="bg1"/>
                </a:solidFill>
              </a:defRPr>
            </a:lvl1pPr>
          </a:lstStyle>
          <a:p>
            <a:r>
              <a:rPr lang="en-US" noProof="0"/>
              <a:t>Click icon to add chart</a:t>
            </a:r>
            <a:endParaRPr lang="en-US" noProof="0" dirty="0"/>
          </a:p>
        </p:txBody>
      </p:sp>
    </p:spTree>
    <p:extLst>
      <p:ext uri="{BB962C8B-B14F-4D97-AF65-F5344CB8AC3E}">
        <p14:creationId xmlns:p14="http://schemas.microsoft.com/office/powerpoint/2010/main" val="21154258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47180" y="687572"/>
            <a:ext cx="4767262" cy="1342045"/>
          </a:xfrm>
        </p:spPr>
        <p:txBody>
          <a:bodyPr lIns="0" anchor="b">
            <a:normAutofit/>
          </a:bodyPr>
          <a:lstStyle>
            <a:lvl1pPr algn="r">
              <a:defRPr sz="4000"/>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5815420" y="687573"/>
            <a:ext cx="5370740" cy="1342044"/>
          </a:xfrm>
        </p:spPr>
        <p:txBody>
          <a:bodyPr lIns="0">
            <a:normAutofit/>
          </a:bodyPr>
          <a:lstStyle>
            <a:lvl1pPr marL="0" indent="0">
              <a:lnSpc>
                <a:spcPct val="100000"/>
              </a:lnSpc>
              <a:buNone/>
              <a:defRPr sz="1400" spc="0">
                <a:solidFill>
                  <a:schemeClr val="tx2"/>
                </a:solidFill>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Edit Master text styles</a:t>
            </a:r>
          </a:p>
        </p:txBody>
      </p:sp>
      <p:sp>
        <p:nvSpPr>
          <p:cNvPr id="3" name="Chart Placeholder 2" title="Decorative">
            <a:extLst>
              <a:ext uri="{FF2B5EF4-FFF2-40B4-BE49-F238E27FC236}">
                <a16:creationId xmlns:a16="http://schemas.microsoft.com/office/drawing/2014/main" id="{D352E4A8-F531-4E6C-BD45-CE540EDB1D48}"/>
              </a:ext>
            </a:extLst>
          </p:cNvPr>
          <p:cNvSpPr>
            <a:spLocks noGrp="1"/>
          </p:cNvSpPr>
          <p:nvPr>
            <p:ph type="chart" sz="quarter" idx="13"/>
          </p:nvPr>
        </p:nvSpPr>
        <p:spPr>
          <a:xfrm>
            <a:off x="838200" y="2392680"/>
            <a:ext cx="10719842" cy="4167505"/>
          </a:xfrm>
        </p:spPr>
        <p:txBody>
          <a:bodyPr/>
          <a:lstStyle/>
          <a:p>
            <a:r>
              <a:rPr lang="en-US" noProof="0"/>
              <a:t>Click icon to add chart</a:t>
            </a:r>
            <a:endParaRPr lang="en-US" noProof="0" dirty="0"/>
          </a:p>
        </p:txBody>
      </p:sp>
    </p:spTree>
    <p:extLst>
      <p:ext uri="{BB962C8B-B14F-4D97-AF65-F5344CB8AC3E}">
        <p14:creationId xmlns:p14="http://schemas.microsoft.com/office/powerpoint/2010/main" val="7445607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47180" y="687572"/>
            <a:ext cx="4767262" cy="1342045"/>
          </a:xfrm>
        </p:spPr>
        <p:txBody>
          <a:bodyPr lIns="0" anchor="b">
            <a:normAutofit/>
          </a:bodyPr>
          <a:lstStyle>
            <a:lvl1pPr algn="r">
              <a:defRPr sz="4000"/>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5815420" y="687573"/>
            <a:ext cx="5370740" cy="1342044"/>
          </a:xfrm>
        </p:spPr>
        <p:txBody>
          <a:bodyPr lIns="0">
            <a:normAutofit/>
          </a:bodyPr>
          <a:lstStyle>
            <a:lvl1pPr marL="0" indent="0">
              <a:lnSpc>
                <a:spcPct val="100000"/>
              </a:lnSpc>
              <a:buNone/>
              <a:defRPr sz="1400" spc="0">
                <a:solidFill>
                  <a:schemeClr val="tx2"/>
                </a:solidFill>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Edit Master text styles</a:t>
            </a:r>
          </a:p>
        </p:txBody>
      </p:sp>
      <p:sp>
        <p:nvSpPr>
          <p:cNvPr id="3" name="Chart Placeholder 2" title="Decorative">
            <a:extLst>
              <a:ext uri="{FF2B5EF4-FFF2-40B4-BE49-F238E27FC236}">
                <a16:creationId xmlns:a16="http://schemas.microsoft.com/office/drawing/2014/main" id="{D352E4A8-F531-4E6C-BD45-CE540EDB1D48}"/>
              </a:ext>
            </a:extLst>
          </p:cNvPr>
          <p:cNvSpPr>
            <a:spLocks noGrp="1"/>
          </p:cNvSpPr>
          <p:nvPr>
            <p:ph type="chart" sz="quarter" idx="13"/>
          </p:nvPr>
        </p:nvSpPr>
        <p:spPr>
          <a:xfrm>
            <a:off x="5815420" y="2392680"/>
            <a:ext cx="5742622" cy="4023995"/>
          </a:xfrm>
        </p:spPr>
        <p:txBody>
          <a:bodyPr/>
          <a:lstStyle/>
          <a:p>
            <a:r>
              <a:rPr lang="en-US" noProof="0"/>
              <a:t>Click icon to add chart</a:t>
            </a:r>
            <a:endParaRPr lang="en-US" noProof="0" dirty="0"/>
          </a:p>
        </p:txBody>
      </p:sp>
      <p:sp>
        <p:nvSpPr>
          <p:cNvPr id="4" name="Picture Placeholder 3" title="Decorative">
            <a:extLst>
              <a:ext uri="{FF2B5EF4-FFF2-40B4-BE49-F238E27FC236}">
                <a16:creationId xmlns:a16="http://schemas.microsoft.com/office/drawing/2014/main" id="{C9E9201F-1E54-4CE0-974D-2A45F04F48B9}"/>
              </a:ext>
            </a:extLst>
          </p:cNvPr>
          <p:cNvSpPr>
            <a:spLocks noGrp="1"/>
          </p:cNvSpPr>
          <p:nvPr>
            <p:ph type="pic" sz="quarter" idx="14"/>
          </p:nvPr>
        </p:nvSpPr>
        <p:spPr>
          <a:xfrm>
            <a:off x="838200" y="2392045"/>
            <a:ext cx="4776788" cy="4023995"/>
          </a:xfrm>
        </p:spPr>
        <p:txBody>
          <a:bodyPr/>
          <a:lstStyle/>
          <a:p>
            <a:r>
              <a:rPr lang="en-US" noProof="0"/>
              <a:t>Click icon to add picture</a:t>
            </a:r>
            <a:endParaRPr lang="en-US" noProof="0" dirty="0"/>
          </a:p>
        </p:txBody>
      </p:sp>
    </p:spTree>
    <p:extLst>
      <p:ext uri="{BB962C8B-B14F-4D97-AF65-F5344CB8AC3E}">
        <p14:creationId xmlns:p14="http://schemas.microsoft.com/office/powerpoint/2010/main" val="6985145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4535-13A9-914D-A6BC-97AFF288301C}"/>
              </a:ext>
            </a:extLst>
          </p:cNvPr>
          <p:cNvSpPr>
            <a:spLocks noGrp="1"/>
          </p:cNvSpPr>
          <p:nvPr>
            <p:ph type="title" hasCustomPrompt="1"/>
          </p:nvPr>
        </p:nvSpPr>
        <p:spPr>
          <a:xfrm>
            <a:off x="647700" y="289560"/>
            <a:ext cx="10896600" cy="893218"/>
          </a:xfrm>
        </p:spPr>
        <p:txBody>
          <a:bodyPr anchor="b"/>
          <a:lstStyle>
            <a:lvl1pPr algn="ctr">
              <a:defRPr/>
            </a:lvl1pPr>
          </a:lstStyle>
          <a:p>
            <a:r>
              <a:rPr lang="en-US" dirty="0"/>
              <a:t>CLICK TO EDIT MASTER TITLE STYLE</a:t>
            </a:r>
          </a:p>
        </p:txBody>
      </p:sp>
      <p:sp>
        <p:nvSpPr>
          <p:cNvPr id="11" name="Text Placeholder 11">
            <a:extLst>
              <a:ext uri="{FF2B5EF4-FFF2-40B4-BE49-F238E27FC236}">
                <a16:creationId xmlns:a16="http://schemas.microsoft.com/office/drawing/2014/main" id="{43A40995-514F-A74C-B120-F2ADB492062F}"/>
              </a:ext>
            </a:extLst>
          </p:cNvPr>
          <p:cNvSpPr>
            <a:spLocks noGrp="1"/>
          </p:cNvSpPr>
          <p:nvPr>
            <p:ph type="body" sz="quarter" idx="12" hasCustomPrompt="1"/>
          </p:nvPr>
        </p:nvSpPr>
        <p:spPr>
          <a:xfrm>
            <a:off x="647700" y="1097363"/>
            <a:ext cx="10896600" cy="602887"/>
          </a:xfrm>
        </p:spPr>
        <p:txBody>
          <a:bodyPr anchor="ctr">
            <a:normAutofit/>
          </a:bodyPr>
          <a:lstStyle>
            <a:lvl1pPr marL="0" indent="0" algn="ctr">
              <a:buNone/>
              <a:defRPr sz="1400" spc="300">
                <a:solidFill>
                  <a:schemeClr val="tx2"/>
                </a:solidFill>
                <a:latin typeface="+mj-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SUBTITLE HERE</a:t>
            </a:r>
          </a:p>
        </p:txBody>
      </p:sp>
      <p:sp>
        <p:nvSpPr>
          <p:cNvPr id="4" name="Table Placeholder 3" title="Decorative">
            <a:extLst>
              <a:ext uri="{FF2B5EF4-FFF2-40B4-BE49-F238E27FC236}">
                <a16:creationId xmlns:a16="http://schemas.microsoft.com/office/drawing/2014/main" id="{EC1740A4-BBA1-4296-9738-ADD3B80B2439}"/>
              </a:ext>
            </a:extLst>
          </p:cNvPr>
          <p:cNvSpPr>
            <a:spLocks noGrp="1"/>
          </p:cNvSpPr>
          <p:nvPr>
            <p:ph type="tbl" sz="quarter" idx="13"/>
          </p:nvPr>
        </p:nvSpPr>
        <p:spPr>
          <a:xfrm>
            <a:off x="647700" y="1806575"/>
            <a:ext cx="10896600" cy="4578350"/>
          </a:xfrm>
        </p:spPr>
        <p:txBody>
          <a:bodyPr/>
          <a:lstStyle/>
          <a:p>
            <a:r>
              <a:rPr lang="en-US"/>
              <a:t>Click icon to add table</a:t>
            </a:r>
            <a:endParaRPr lang="en-US" dirty="0"/>
          </a:p>
        </p:txBody>
      </p:sp>
    </p:spTree>
    <p:extLst>
      <p:ext uri="{BB962C8B-B14F-4D97-AF65-F5344CB8AC3E}">
        <p14:creationId xmlns:p14="http://schemas.microsoft.com/office/powerpoint/2010/main" val="85082984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69723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title="Decorative">
            <a:extLst>
              <a:ext uri="{FF2B5EF4-FFF2-40B4-BE49-F238E27FC236}">
                <a16:creationId xmlns:a16="http://schemas.microsoft.com/office/drawing/2014/main" id="{18957288-25D1-4D25-BECD-5A2E6A888185}"/>
              </a:ext>
            </a:extLst>
          </p:cNvPr>
          <p:cNvSpPr>
            <a:spLocks noGrp="1"/>
          </p:cNvSpPr>
          <p:nvPr>
            <p:ph type="pic" sz="quarter" idx="13"/>
          </p:nvPr>
        </p:nvSpPr>
        <p:spPr>
          <a:xfrm>
            <a:off x="323659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title="Decorative">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7" name="Picture Placeholder 6" title="Decorative">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8" name="Title 1">
            <a:extLst>
              <a:ext uri="{FF2B5EF4-FFF2-40B4-BE49-F238E27FC236}">
                <a16:creationId xmlns:a16="http://schemas.microsoft.com/office/drawing/2014/main" id="{531D0563-B39F-46E6-AC0D-1CDBD9E8989A}"/>
              </a:ext>
            </a:extLst>
          </p:cNvPr>
          <p:cNvSpPr>
            <a:spLocks noGrp="1"/>
          </p:cNvSpPr>
          <p:nvPr>
            <p:ph type="title" hasCustomPrompt="1"/>
          </p:nvPr>
        </p:nvSpPr>
        <p:spPr>
          <a:xfrm>
            <a:off x="518160" y="450030"/>
            <a:ext cx="2578099" cy="2508588"/>
          </a:xfrm>
        </p:spPr>
        <p:txBody>
          <a:bodyPr lIns="0" anchor="b">
            <a:normAutofit/>
          </a:bodyPr>
          <a:lstStyle>
            <a:lvl1pPr algn="l">
              <a:defRPr sz="4000"/>
            </a:lvl1pPr>
          </a:lstStyle>
          <a:p>
            <a:r>
              <a:rPr lang="en-US" noProof="0"/>
              <a:t>Click to Add </a:t>
            </a:r>
            <a:br>
              <a:rPr lang="en-US" noProof="0"/>
            </a:br>
            <a:r>
              <a:rPr lang="en-US" noProof="0"/>
              <a:t>Slide Title Here</a:t>
            </a:r>
          </a:p>
        </p:txBody>
      </p:sp>
      <p:sp>
        <p:nvSpPr>
          <p:cNvPr id="10" name="Shape 62" title="Decorative">
            <a:extLst>
              <a:ext uri="{FF2B5EF4-FFF2-40B4-BE49-F238E27FC236}">
                <a16:creationId xmlns:a16="http://schemas.microsoft.com/office/drawing/2014/main" id="{E1A23DB6-E067-4A30-8C4B-98B452428518}"/>
              </a:ext>
            </a:extLst>
          </p:cNvPr>
          <p:cNvSpPr/>
          <p:nvPr userDrawn="1"/>
        </p:nvSpPr>
        <p:spPr>
          <a:xfrm rot="16200000" flipV="1">
            <a:off x="1612562" y="1959892"/>
            <a:ext cx="0" cy="2188805"/>
          </a:xfrm>
          <a:prstGeom prst="line">
            <a:avLst/>
          </a:prstGeom>
          <a:ln w="76200">
            <a:solidFill>
              <a:schemeClr val="accent4"/>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Tree>
    <p:extLst>
      <p:ext uri="{BB962C8B-B14F-4D97-AF65-F5344CB8AC3E}">
        <p14:creationId xmlns:p14="http://schemas.microsoft.com/office/powerpoint/2010/main" val="12529377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4" name="Picture Placeholder 6" title="Decorative">
            <a:extLst>
              <a:ext uri="{FF2B5EF4-FFF2-40B4-BE49-F238E27FC236}">
                <a16:creationId xmlns:a16="http://schemas.microsoft.com/office/drawing/2014/main" id="{18957288-25D1-4D25-BECD-5A2E6A888185}"/>
              </a:ext>
            </a:extLst>
          </p:cNvPr>
          <p:cNvSpPr>
            <a:spLocks noGrp="1"/>
          </p:cNvSpPr>
          <p:nvPr>
            <p:ph type="pic" sz="quarter" idx="13"/>
          </p:nvPr>
        </p:nvSpPr>
        <p:spPr>
          <a:xfrm>
            <a:off x="2315" y="1497808"/>
            <a:ext cx="3129335" cy="536019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title="Decorative">
            <a:extLst>
              <a:ext uri="{FF2B5EF4-FFF2-40B4-BE49-F238E27FC236}">
                <a16:creationId xmlns:a16="http://schemas.microsoft.com/office/drawing/2014/main" id="{3F6FD22A-5FDA-45EC-BE49-3C0E30A397B0}"/>
              </a:ext>
            </a:extLst>
          </p:cNvPr>
          <p:cNvSpPr>
            <a:spLocks noGrp="1"/>
          </p:cNvSpPr>
          <p:nvPr>
            <p:ph type="pic" sz="quarter" idx="15"/>
          </p:nvPr>
        </p:nvSpPr>
        <p:spPr>
          <a:xfrm>
            <a:off x="3366714" y="-20671"/>
            <a:ext cx="3129336" cy="53970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8" name="Title 1">
            <a:extLst>
              <a:ext uri="{FF2B5EF4-FFF2-40B4-BE49-F238E27FC236}">
                <a16:creationId xmlns:a16="http://schemas.microsoft.com/office/drawing/2014/main" id="{531D0563-B39F-46E6-AC0D-1CDBD9E8989A}"/>
              </a:ext>
            </a:extLst>
          </p:cNvPr>
          <p:cNvSpPr>
            <a:spLocks noGrp="1"/>
          </p:cNvSpPr>
          <p:nvPr>
            <p:ph type="title" hasCustomPrompt="1"/>
          </p:nvPr>
        </p:nvSpPr>
        <p:spPr>
          <a:xfrm>
            <a:off x="7461446" y="2718684"/>
            <a:ext cx="3415560" cy="2508588"/>
          </a:xfrm>
        </p:spPr>
        <p:txBody>
          <a:bodyPr lIns="0" anchor="b">
            <a:normAutofit/>
          </a:bodyPr>
          <a:lstStyle>
            <a:lvl1pPr algn="l">
              <a:defRPr sz="4000"/>
            </a:lvl1pPr>
          </a:lstStyle>
          <a:p>
            <a:r>
              <a:rPr lang="en-US" noProof="0"/>
              <a:t>Click to Add </a:t>
            </a:r>
            <a:br>
              <a:rPr lang="en-US" noProof="0"/>
            </a:br>
            <a:r>
              <a:rPr lang="en-US" noProof="0"/>
              <a:t>Slide Title Here</a:t>
            </a:r>
          </a:p>
        </p:txBody>
      </p:sp>
      <p:sp>
        <p:nvSpPr>
          <p:cNvPr id="10" name="Shape 62" title="Decorative">
            <a:extLst>
              <a:ext uri="{FF2B5EF4-FFF2-40B4-BE49-F238E27FC236}">
                <a16:creationId xmlns:a16="http://schemas.microsoft.com/office/drawing/2014/main" id="{E1A23DB6-E067-4A30-8C4B-98B452428518}"/>
              </a:ext>
            </a:extLst>
          </p:cNvPr>
          <p:cNvSpPr/>
          <p:nvPr userDrawn="1"/>
        </p:nvSpPr>
        <p:spPr>
          <a:xfrm rot="16200000" flipV="1">
            <a:off x="8555848" y="4281994"/>
            <a:ext cx="0" cy="2188805"/>
          </a:xfrm>
          <a:prstGeom prst="line">
            <a:avLst/>
          </a:prstGeom>
          <a:ln w="76200">
            <a:solidFill>
              <a:schemeClr val="accent4"/>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Tree>
    <p:extLst>
      <p:ext uri="{BB962C8B-B14F-4D97-AF65-F5344CB8AC3E}">
        <p14:creationId xmlns:p14="http://schemas.microsoft.com/office/powerpoint/2010/main" val="109676180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Picture Placeholder 4" title="Decorative">
            <a:extLst>
              <a:ext uri="{FF2B5EF4-FFF2-40B4-BE49-F238E27FC236}">
                <a16:creationId xmlns:a16="http://schemas.microsoft.com/office/drawing/2014/main" id="{AC817481-FC70-46B9-B779-4E5C04778C8E}"/>
              </a:ext>
            </a:extLst>
          </p:cNvPr>
          <p:cNvSpPr>
            <a:spLocks noGrp="1"/>
          </p:cNvSpPr>
          <p:nvPr>
            <p:ph type="pic" sz="quarter" idx="10"/>
          </p:nvPr>
        </p:nvSpPr>
        <p:spPr>
          <a:xfrm>
            <a:off x="212725" y="1260389"/>
            <a:ext cx="2816352" cy="3173816"/>
          </a:xfrm>
          <a:solidFill>
            <a:schemeClr val="bg1">
              <a:lumMod val="95000"/>
            </a:schemeClr>
          </a:solidFill>
        </p:spPr>
        <p:txBody>
          <a:bodyPr/>
          <a:lstStyle/>
          <a:p>
            <a:r>
              <a:rPr lang="en-US"/>
              <a:t>Click icon to add picture</a:t>
            </a:r>
            <a:endParaRPr lang="en-US" dirty="0"/>
          </a:p>
        </p:txBody>
      </p:sp>
      <p:sp>
        <p:nvSpPr>
          <p:cNvPr id="4" name="Picture Placeholder 4" title="Decorative">
            <a:extLst>
              <a:ext uri="{FF2B5EF4-FFF2-40B4-BE49-F238E27FC236}">
                <a16:creationId xmlns:a16="http://schemas.microsoft.com/office/drawing/2014/main" id="{D653D0B5-B695-4544-91E9-B8223EA713FF}"/>
              </a:ext>
            </a:extLst>
          </p:cNvPr>
          <p:cNvSpPr>
            <a:spLocks noGrp="1"/>
          </p:cNvSpPr>
          <p:nvPr>
            <p:ph type="pic" sz="quarter" idx="11"/>
          </p:nvPr>
        </p:nvSpPr>
        <p:spPr>
          <a:xfrm>
            <a:off x="3194701" y="0"/>
            <a:ext cx="2817564" cy="3175686"/>
          </a:xfrm>
          <a:solidFill>
            <a:schemeClr val="bg1">
              <a:lumMod val="95000"/>
            </a:schemeClr>
          </a:solidFill>
        </p:spPr>
        <p:txBody>
          <a:bodyPr/>
          <a:lstStyle/>
          <a:p>
            <a:r>
              <a:rPr lang="en-US"/>
              <a:t>Click icon to add picture</a:t>
            </a:r>
            <a:endParaRPr lang="en-US" dirty="0"/>
          </a:p>
        </p:txBody>
      </p:sp>
      <p:sp>
        <p:nvSpPr>
          <p:cNvPr id="5" name="Picture Placeholder 4" title="Decorative">
            <a:extLst>
              <a:ext uri="{FF2B5EF4-FFF2-40B4-BE49-F238E27FC236}">
                <a16:creationId xmlns:a16="http://schemas.microsoft.com/office/drawing/2014/main" id="{00DB6AEA-811C-4554-97AF-7D4F2639BDC7}"/>
              </a:ext>
            </a:extLst>
          </p:cNvPr>
          <p:cNvSpPr>
            <a:spLocks noGrp="1"/>
          </p:cNvSpPr>
          <p:nvPr>
            <p:ph type="pic" sz="quarter" idx="12"/>
          </p:nvPr>
        </p:nvSpPr>
        <p:spPr>
          <a:xfrm>
            <a:off x="213361" y="4586414"/>
            <a:ext cx="5798904" cy="2271585"/>
          </a:xfrm>
          <a:solidFill>
            <a:schemeClr val="bg1">
              <a:lumMod val="95000"/>
            </a:schemeClr>
          </a:solidFill>
        </p:spPr>
        <p:txBody>
          <a:bodyPr/>
          <a:lstStyle/>
          <a:p>
            <a:r>
              <a:rPr lang="en-US"/>
              <a:t>Click icon to add picture</a:t>
            </a:r>
            <a:endParaRPr lang="en-US" dirty="0"/>
          </a:p>
        </p:txBody>
      </p:sp>
      <p:sp>
        <p:nvSpPr>
          <p:cNvPr id="6" name="Picture Placeholder 4" title="Decorative">
            <a:extLst>
              <a:ext uri="{FF2B5EF4-FFF2-40B4-BE49-F238E27FC236}">
                <a16:creationId xmlns:a16="http://schemas.microsoft.com/office/drawing/2014/main" id="{75694821-2A94-40B8-8AAD-3E3762AFD388}"/>
              </a:ext>
            </a:extLst>
          </p:cNvPr>
          <p:cNvSpPr>
            <a:spLocks noGrp="1"/>
          </p:cNvSpPr>
          <p:nvPr>
            <p:ph type="pic" sz="quarter" idx="13"/>
          </p:nvPr>
        </p:nvSpPr>
        <p:spPr>
          <a:xfrm>
            <a:off x="6179737" y="4586414"/>
            <a:ext cx="2817564" cy="2271585"/>
          </a:xfrm>
          <a:solidFill>
            <a:schemeClr val="bg1">
              <a:lumMod val="95000"/>
            </a:schemeClr>
          </a:solidFill>
        </p:spPr>
        <p:txBody>
          <a:bodyPr/>
          <a:lstStyle/>
          <a:p>
            <a:r>
              <a:rPr lang="en-US"/>
              <a:t>Click icon to add picture</a:t>
            </a:r>
            <a:endParaRPr lang="en-US" dirty="0"/>
          </a:p>
        </p:txBody>
      </p:sp>
      <p:sp>
        <p:nvSpPr>
          <p:cNvPr id="7" name="Picture Placeholder 4" title="Decorative">
            <a:extLst>
              <a:ext uri="{FF2B5EF4-FFF2-40B4-BE49-F238E27FC236}">
                <a16:creationId xmlns:a16="http://schemas.microsoft.com/office/drawing/2014/main" id="{D653D0B5-B695-4544-91E9-B8223EA713FF}"/>
              </a:ext>
            </a:extLst>
          </p:cNvPr>
          <p:cNvSpPr>
            <a:spLocks noGrp="1"/>
          </p:cNvSpPr>
          <p:nvPr>
            <p:ph type="pic" sz="quarter" idx="14"/>
          </p:nvPr>
        </p:nvSpPr>
        <p:spPr>
          <a:xfrm>
            <a:off x="6177889" y="2030436"/>
            <a:ext cx="2817564" cy="2403769"/>
          </a:xfrm>
          <a:solidFill>
            <a:schemeClr val="bg1">
              <a:lumMod val="95000"/>
            </a:schemeClr>
          </a:solidFill>
        </p:spPr>
        <p:txBody>
          <a:bodyPr/>
          <a:lstStyle/>
          <a:p>
            <a:r>
              <a:rPr lang="en-US"/>
              <a:t>Click icon to add picture</a:t>
            </a:r>
            <a:endParaRPr lang="en-US" dirty="0"/>
          </a:p>
        </p:txBody>
      </p:sp>
      <p:sp>
        <p:nvSpPr>
          <p:cNvPr id="8" name="Picture Placeholder 4" title="Decorative">
            <a:extLst>
              <a:ext uri="{FF2B5EF4-FFF2-40B4-BE49-F238E27FC236}">
                <a16:creationId xmlns:a16="http://schemas.microsoft.com/office/drawing/2014/main" id="{D653D0B5-B695-4544-91E9-B8223EA713FF}"/>
              </a:ext>
            </a:extLst>
          </p:cNvPr>
          <p:cNvSpPr>
            <a:spLocks noGrp="1"/>
          </p:cNvSpPr>
          <p:nvPr>
            <p:ph type="pic" sz="quarter" idx="15"/>
          </p:nvPr>
        </p:nvSpPr>
        <p:spPr>
          <a:xfrm>
            <a:off x="9161076" y="0"/>
            <a:ext cx="2817564" cy="4434205"/>
          </a:xfrm>
          <a:solidFill>
            <a:schemeClr val="bg1">
              <a:lumMod val="95000"/>
            </a:schemeClr>
          </a:solidFill>
        </p:spPr>
        <p:txBody>
          <a:bodyPr/>
          <a:lstStyle/>
          <a:p>
            <a:r>
              <a:rPr lang="en-US"/>
              <a:t>Click icon to add picture</a:t>
            </a:r>
            <a:endParaRPr lang="en-US" dirty="0"/>
          </a:p>
        </p:txBody>
      </p:sp>
      <p:sp>
        <p:nvSpPr>
          <p:cNvPr id="2" name="Rectangle 1" title="Decorative"/>
          <p:cNvSpPr/>
          <p:nvPr userDrawn="1"/>
        </p:nvSpPr>
        <p:spPr>
          <a:xfrm>
            <a:off x="213361" y="0"/>
            <a:ext cx="2815716" cy="10997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title="Decorative"/>
          <p:cNvSpPr/>
          <p:nvPr userDrawn="1"/>
        </p:nvSpPr>
        <p:spPr>
          <a:xfrm>
            <a:off x="3196549" y="3334454"/>
            <a:ext cx="2815716" cy="10997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title="Decorative"/>
          <p:cNvSpPr/>
          <p:nvPr userDrawn="1"/>
        </p:nvSpPr>
        <p:spPr>
          <a:xfrm>
            <a:off x="6179737" y="0"/>
            <a:ext cx="2815716" cy="18782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title="Decorative"/>
          <p:cNvSpPr/>
          <p:nvPr userDrawn="1"/>
        </p:nvSpPr>
        <p:spPr>
          <a:xfrm>
            <a:off x="9162924" y="4598770"/>
            <a:ext cx="2815716" cy="225922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3227717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F0FA98-2EE8-734A-95BB-A4637DCAD5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55A45B-F495-F641-AA7A-36292C3CC9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89227B26-65C5-5A4B-AAEC-70B3B5201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4050737061"/>
      </p:ext>
    </p:extLst>
  </p:cSld>
  <p:clrMap bg1="lt1" tx1="dk1" bg2="lt2" tx2="dk2" accent1="accent1" accent2="accent2" accent3="accent3" accent4="accent4" accent5="accent5" accent6="accent6" hlink="hlink" folHlink="folHlink"/>
  <p:sldLayoutIdLst>
    <p:sldLayoutId id="2147483673" r:id="rId1"/>
    <p:sldLayoutId id="2147483736" r:id="rId2"/>
    <p:sldLayoutId id="2147483689" r:id="rId3"/>
    <p:sldLayoutId id="2147483735" r:id="rId4"/>
    <p:sldLayoutId id="2147483684" r:id="rId5"/>
    <p:sldLayoutId id="2147483752" r:id="rId6"/>
    <p:sldLayoutId id="2147483737" r:id="rId7"/>
    <p:sldLayoutId id="2147483651" r:id="rId8"/>
    <p:sldLayoutId id="2147483738" r:id="rId9"/>
    <p:sldLayoutId id="2147483685" r:id="rId10"/>
    <p:sldLayoutId id="2147483674" r:id="rId11"/>
    <p:sldLayoutId id="2147483690" r:id="rId12"/>
    <p:sldLayoutId id="2147483694" r:id="rId13"/>
    <p:sldLayoutId id="2147483748" r:id="rId14"/>
    <p:sldLayoutId id="2147483693" r:id="rId15"/>
    <p:sldLayoutId id="2147483686" r:id="rId16"/>
    <p:sldLayoutId id="2147483703" r:id="rId17"/>
    <p:sldLayoutId id="2147483709" r:id="rId18"/>
    <p:sldLayoutId id="2147483710" r:id="rId19"/>
    <p:sldLayoutId id="2147483711" r:id="rId20"/>
    <p:sldLayoutId id="2147483712" r:id="rId21"/>
    <p:sldLayoutId id="2147483749" r:id="rId22"/>
    <p:sldLayoutId id="2147483751" r:id="rId23"/>
    <p:sldLayoutId id="2147483704" r:id="rId24"/>
    <p:sldLayoutId id="2147483702" r:id="rId25"/>
    <p:sldLayoutId id="2147483713" r:id="rId26"/>
    <p:sldLayoutId id="2147483714" r:id="rId27"/>
    <p:sldLayoutId id="2147483715" r:id="rId28"/>
    <p:sldLayoutId id="2147483695" r:id="rId29"/>
    <p:sldLayoutId id="2147483730" r:id="rId30"/>
    <p:sldLayoutId id="2147483698" r:id="rId31"/>
    <p:sldLayoutId id="2147483731" r:id="rId32"/>
    <p:sldLayoutId id="2147483699" r:id="rId33"/>
    <p:sldLayoutId id="2147483732" r:id="rId34"/>
    <p:sldLayoutId id="2147483739" r:id="rId35"/>
    <p:sldLayoutId id="2147483740" r:id="rId36"/>
    <p:sldLayoutId id="2147483700" r:id="rId37"/>
    <p:sldLayoutId id="2147483741" r:id="rId38"/>
    <p:sldLayoutId id="2147483742" r:id="rId39"/>
    <p:sldLayoutId id="2147483696" r:id="rId40"/>
    <p:sldLayoutId id="2147483743" r:id="rId41"/>
    <p:sldLayoutId id="2147483744" r:id="rId42"/>
    <p:sldLayoutId id="2147483745" r:id="rId43"/>
    <p:sldLayoutId id="2147483705" r:id="rId44"/>
    <p:sldLayoutId id="2147483746" r:id="rId45"/>
    <p:sldLayoutId id="2147483687" r:id="rId46"/>
    <p:sldLayoutId id="2147483719" r:id="rId47"/>
    <p:sldLayoutId id="2147483720" r:id="rId48"/>
    <p:sldLayoutId id="2147483718" r:id="rId49"/>
    <p:sldLayoutId id="2147483721" r:id="rId50"/>
    <p:sldLayoutId id="2147483716" r:id="rId51"/>
    <p:sldLayoutId id="2147483722" r:id="rId52"/>
    <p:sldLayoutId id="2147483723" r:id="rId53"/>
    <p:sldLayoutId id="2147483753" r:id="rId54"/>
    <p:sldLayoutId id="2147483754" r:id="rId55"/>
    <p:sldLayoutId id="2147483755" r:id="rId56"/>
    <p:sldLayoutId id="2147483756" r:id="rId57"/>
    <p:sldLayoutId id="2147483725" r:id="rId58"/>
    <p:sldLayoutId id="2147483726" r:id="rId59"/>
    <p:sldLayoutId id="2147483675" r:id="rId60"/>
    <p:sldLayoutId id="2147483677" r:id="rId61"/>
    <p:sldLayoutId id="2147483729" r:id="rId62"/>
    <p:sldLayoutId id="2147483747" r:id="rId63"/>
    <p:sldLayoutId id="2147483728" r:id="rId64"/>
  </p:sldLayoutIdLst>
  <p:txStyles>
    <p:titleStyle>
      <a:lvl1pPr algn="l" defTabSz="914400" rtl="0" eaLnBrk="1" latinLnBrk="0" hangingPunct="1">
        <a:lnSpc>
          <a:spcPct val="90000"/>
        </a:lnSpc>
        <a:spcBef>
          <a:spcPct val="0"/>
        </a:spcBef>
        <a:buNone/>
        <a:defRPr sz="4400" b="1" i="0" kern="1200" spc="-150">
          <a:solidFill>
            <a:schemeClr val="tx2"/>
          </a:solidFill>
          <a:latin typeface="+mj-lt"/>
          <a:ea typeface="+mj-ea"/>
          <a:cs typeface="Gill Sans" panose="020B0502020104020203" pitchFamily="34"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userDrawn="1">
          <p15:clr>
            <a:srgbClr val="F26B43"/>
          </p15:clr>
        </p15:guide>
        <p15:guide id="2" orient="horz" pos="404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g"/><Relationship Id="rId1" Type="http://schemas.openxmlformats.org/officeDocument/2006/relationships/slideLayout" Target="../slideLayouts/slideLayout6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g"/><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0.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53.xml"/><Relationship Id="rId5" Type="http://schemas.openxmlformats.org/officeDocument/2006/relationships/image" Target="../media/image11.pn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2.jpg"/><Relationship Id="rId1" Type="http://schemas.openxmlformats.org/officeDocument/2006/relationships/slideLayout" Target="../slideLayouts/slideLayout6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23991-6F5F-45D3-883F-8179BE10396D}"/>
              </a:ext>
            </a:extLst>
          </p:cNvPr>
          <p:cNvSpPr>
            <a:spLocks noGrp="1"/>
          </p:cNvSpPr>
          <p:nvPr>
            <p:ph type="title"/>
          </p:nvPr>
        </p:nvSpPr>
        <p:spPr>
          <a:xfrm>
            <a:off x="1295401" y="3107447"/>
            <a:ext cx="9439274" cy="891250"/>
          </a:xfrm>
        </p:spPr>
        <p:txBody>
          <a:bodyPr/>
          <a:lstStyle/>
          <a:p>
            <a:r>
              <a:rPr lang="en-US" dirty="0"/>
              <a:t>TALIA TECHNOLOGY SOLUTIONS</a:t>
            </a:r>
          </a:p>
        </p:txBody>
      </p:sp>
      <p:sp>
        <p:nvSpPr>
          <p:cNvPr id="3" name="Text Placeholder 2">
            <a:extLst>
              <a:ext uri="{FF2B5EF4-FFF2-40B4-BE49-F238E27FC236}">
                <a16:creationId xmlns:a16="http://schemas.microsoft.com/office/drawing/2014/main" id="{7555E40E-3256-4272-A29D-F2438D5C136F}"/>
              </a:ext>
            </a:extLst>
          </p:cNvPr>
          <p:cNvSpPr>
            <a:spLocks noGrp="1"/>
          </p:cNvSpPr>
          <p:nvPr>
            <p:ph type="body" sz="quarter" idx="14"/>
          </p:nvPr>
        </p:nvSpPr>
        <p:spPr/>
        <p:txBody>
          <a:bodyPr/>
          <a:lstStyle/>
          <a:p>
            <a:r>
              <a:rPr lang="en-US" dirty="0"/>
              <a:t>Nurturing Your Innovations</a:t>
            </a:r>
          </a:p>
        </p:txBody>
      </p:sp>
    </p:spTree>
    <p:extLst>
      <p:ext uri="{BB962C8B-B14F-4D97-AF65-F5344CB8AC3E}">
        <p14:creationId xmlns:p14="http://schemas.microsoft.com/office/powerpoint/2010/main" val="79592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11BAC48-F4C4-46FB-96DC-423C381AC284}"/>
              </a:ext>
            </a:extLst>
          </p:cNvPr>
          <p:cNvSpPr>
            <a:spLocks noGrp="1"/>
          </p:cNvSpPr>
          <p:nvPr>
            <p:ph type="title"/>
          </p:nvPr>
        </p:nvSpPr>
        <p:spPr>
          <a:xfrm>
            <a:off x="512301" y="3788250"/>
            <a:ext cx="2657979" cy="1025525"/>
          </a:xfrm>
        </p:spPr>
        <p:txBody>
          <a:bodyPr/>
          <a:lstStyle/>
          <a:p>
            <a:r>
              <a:rPr lang="en-US" dirty="0"/>
              <a:t>About us </a:t>
            </a:r>
          </a:p>
        </p:txBody>
      </p:sp>
      <p:sp>
        <p:nvSpPr>
          <p:cNvPr id="36" name="Text Placeholder 35">
            <a:extLst>
              <a:ext uri="{FF2B5EF4-FFF2-40B4-BE49-F238E27FC236}">
                <a16:creationId xmlns:a16="http://schemas.microsoft.com/office/drawing/2014/main" id="{0391FA66-BCDC-4C12-B812-A0DEE14539EE}"/>
              </a:ext>
            </a:extLst>
          </p:cNvPr>
          <p:cNvSpPr>
            <a:spLocks noGrp="1"/>
          </p:cNvSpPr>
          <p:nvPr>
            <p:ph type="body" sz="quarter" idx="11"/>
          </p:nvPr>
        </p:nvSpPr>
        <p:spPr>
          <a:xfrm>
            <a:off x="3009900" y="3353035"/>
            <a:ext cx="5439619" cy="2692165"/>
          </a:xfrm>
        </p:spPr>
        <p:txBody>
          <a:bodyPr>
            <a:normAutofit/>
          </a:bodyPr>
          <a:lstStyle/>
          <a:p>
            <a:pPr algn="just"/>
            <a:r>
              <a:rPr lang="en-US" dirty="0"/>
              <a:t>We are a team who are prepared to pivot and adapt to all types of disruptions in the way. </a:t>
            </a:r>
          </a:p>
          <a:p>
            <a:pPr algn="just"/>
            <a:endParaRPr lang="en-US" dirty="0"/>
          </a:p>
          <a:p>
            <a:pPr algn="just"/>
            <a:r>
              <a:rPr lang="en-US" dirty="0"/>
              <a:t>As strategic technology trends do not operate independently, they build on and reinforce each other. </a:t>
            </a:r>
          </a:p>
          <a:p>
            <a:pPr algn="just"/>
            <a:endParaRPr lang="en-US" dirty="0"/>
          </a:p>
          <a:p>
            <a:pPr algn="just"/>
            <a:r>
              <a:rPr lang="en-US" dirty="0"/>
              <a:t>We look forward to enabling organizational plasticity that will help guide organizations in the coming years.</a:t>
            </a:r>
          </a:p>
        </p:txBody>
      </p:sp>
      <p:pic>
        <p:nvPicPr>
          <p:cNvPr id="12" name="Picture Placeholder 11" title="Decorative"/>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a:xfrm flipH="1">
            <a:off x="8643938" y="812800"/>
            <a:ext cx="3557587" cy="5232400"/>
          </a:xfrm>
        </p:spPr>
      </p:pic>
      <p:sp>
        <p:nvSpPr>
          <p:cNvPr id="14" name="Text Placeholder 35">
            <a:extLst>
              <a:ext uri="{FF2B5EF4-FFF2-40B4-BE49-F238E27FC236}">
                <a16:creationId xmlns:a16="http://schemas.microsoft.com/office/drawing/2014/main" id="{0391FA66-BCDC-4C12-B812-A0DEE14539EE}"/>
              </a:ext>
            </a:extLst>
          </p:cNvPr>
          <p:cNvSpPr>
            <a:spLocks noGrp="1"/>
          </p:cNvSpPr>
          <p:nvPr>
            <p:ph type="body" sz="quarter" idx="11"/>
          </p:nvPr>
        </p:nvSpPr>
        <p:spPr>
          <a:xfrm>
            <a:off x="762000" y="660870"/>
            <a:ext cx="7153275" cy="2692165"/>
          </a:xfrm>
        </p:spPr>
        <p:txBody>
          <a:bodyPr>
            <a:normAutofit/>
          </a:bodyPr>
          <a:lstStyle/>
          <a:p>
            <a:pPr algn="just"/>
            <a:r>
              <a:rPr lang="en-US" sz="1800" b="1" dirty="0"/>
              <a:t>Mission</a:t>
            </a:r>
          </a:p>
          <a:p>
            <a:pPr algn="just"/>
            <a:r>
              <a:rPr lang="en-US" dirty="0"/>
              <a:t>Business Consulting while helping customers we help innovators to nature their innovations and assist industry leaders in adopting new technologies.</a:t>
            </a:r>
          </a:p>
          <a:p>
            <a:pPr algn="just"/>
            <a:endParaRPr lang="en-US" dirty="0"/>
          </a:p>
          <a:p>
            <a:pPr algn="just"/>
            <a:r>
              <a:rPr lang="en-US" sz="1800" b="1" dirty="0"/>
              <a:t>Vision</a:t>
            </a:r>
          </a:p>
          <a:p>
            <a:pPr algn="just"/>
            <a:r>
              <a:rPr lang="en-US" dirty="0"/>
              <a:t>To be the valued and preferred provider of Technology 4.0 while enabling industry leaders to revolutionize the next disruption. </a:t>
            </a:r>
          </a:p>
        </p:txBody>
      </p:sp>
    </p:spTree>
    <p:extLst>
      <p:ext uri="{BB962C8B-B14F-4D97-AF65-F5344CB8AC3E}">
        <p14:creationId xmlns:p14="http://schemas.microsoft.com/office/powerpoint/2010/main" val="2130115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
            <a:lum/>
          </a:blip>
          <a:srcRect/>
          <a:stretch>
            <a:fillRect/>
          </a:stretch>
        </a:blipFill>
        <a:effectLst/>
      </p:bgPr>
    </p:bg>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3156637702"/>
              </p:ext>
            </p:extLst>
          </p:nvPr>
        </p:nvGraphicFramePr>
        <p:xfrm>
          <a:off x="578734" y="733277"/>
          <a:ext cx="1106539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2949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A0257C-3D98-4E46-86D3-1B752C8374C9}"/>
              </a:ext>
            </a:extLst>
          </p:cNvPr>
          <p:cNvSpPr>
            <a:spLocks noGrp="1"/>
          </p:cNvSpPr>
          <p:nvPr>
            <p:ph type="title"/>
          </p:nvPr>
        </p:nvSpPr>
        <p:spPr>
          <a:xfrm>
            <a:off x="190500" y="247651"/>
            <a:ext cx="4419599" cy="2895600"/>
          </a:xfrm>
        </p:spPr>
        <p:txBody>
          <a:bodyPr>
            <a:normAutofit/>
          </a:bodyPr>
          <a:lstStyle/>
          <a:p>
            <a:br>
              <a:rPr lang="en-US" sz="2000" spc="0" dirty="0">
                <a:latin typeface="+mn-lt"/>
              </a:rPr>
            </a:br>
            <a:r>
              <a:rPr lang="en-US" sz="2000" spc="0" dirty="0">
                <a:latin typeface="+mn-lt"/>
              </a:rPr>
              <a:t>We are prepared to pivot and adapt to all types of disruptions in the way. </a:t>
            </a:r>
            <a:br>
              <a:rPr lang="en-US" sz="2000" spc="0" dirty="0">
                <a:latin typeface="+mn-lt"/>
              </a:rPr>
            </a:br>
            <a:br>
              <a:rPr lang="en-US" sz="2000" spc="0" dirty="0">
                <a:latin typeface="+mn-lt"/>
              </a:rPr>
            </a:br>
            <a:r>
              <a:rPr lang="en-US" sz="2000" spc="0" dirty="0">
                <a:latin typeface="+mn-lt"/>
              </a:rPr>
              <a:t>As strategic technology trends do not operate independently, they build on and reinforce each other. </a:t>
            </a:r>
          </a:p>
        </p:txBody>
      </p:sp>
      <p:sp>
        <p:nvSpPr>
          <p:cNvPr id="7" name="Text Placeholder 6">
            <a:extLst>
              <a:ext uri="{FF2B5EF4-FFF2-40B4-BE49-F238E27FC236}">
                <a16:creationId xmlns:a16="http://schemas.microsoft.com/office/drawing/2014/main" id="{A07FC37E-9058-4ED1-8333-F003F720C943}"/>
              </a:ext>
            </a:extLst>
          </p:cNvPr>
          <p:cNvSpPr>
            <a:spLocks noGrp="1"/>
          </p:cNvSpPr>
          <p:nvPr>
            <p:ph type="body" sz="quarter" idx="12"/>
          </p:nvPr>
        </p:nvSpPr>
        <p:spPr>
          <a:xfrm>
            <a:off x="5359078" y="691320"/>
            <a:ext cx="6121722" cy="382749"/>
          </a:xfrm>
        </p:spPr>
        <p:txBody>
          <a:bodyPr/>
          <a:lstStyle/>
          <a:p>
            <a:r>
              <a:rPr lang="en-US" dirty="0"/>
              <a:t>Emerging Technologies</a:t>
            </a:r>
          </a:p>
        </p:txBody>
      </p:sp>
      <p:sp>
        <p:nvSpPr>
          <p:cNvPr id="8" name="Text Placeholder 7">
            <a:extLst>
              <a:ext uri="{FF2B5EF4-FFF2-40B4-BE49-F238E27FC236}">
                <a16:creationId xmlns:a16="http://schemas.microsoft.com/office/drawing/2014/main" id="{8DB1292A-975D-418D-86AF-8C3CD2A23AC3}"/>
              </a:ext>
            </a:extLst>
          </p:cNvPr>
          <p:cNvSpPr>
            <a:spLocks noGrp="1"/>
          </p:cNvSpPr>
          <p:nvPr>
            <p:ph type="body" sz="quarter" idx="15"/>
          </p:nvPr>
        </p:nvSpPr>
        <p:spPr>
          <a:xfrm>
            <a:off x="5359078" y="1150005"/>
            <a:ext cx="6121722" cy="1397178"/>
          </a:xfrm>
        </p:spPr>
        <p:txBody>
          <a:bodyPr>
            <a:normAutofit/>
          </a:bodyPr>
          <a:lstStyle/>
          <a:p>
            <a:pPr algn="just">
              <a:lnSpc>
                <a:spcPct val="150000"/>
              </a:lnSpc>
            </a:pPr>
            <a:r>
              <a:rPr lang="en-US" dirty="0"/>
              <a:t>As the World is racing towards vaccinating humans for COVID-19.  We are focusing on, IoT, AI, Serverless Computing, Blockchain, Cloud, Robotics, Biometrics, 3D Printing and Virtual Reality/Augmented Reality that could help industry with these technologies help us get a leading advantage for next disruption.</a:t>
            </a:r>
          </a:p>
        </p:txBody>
      </p:sp>
      <p:sp>
        <p:nvSpPr>
          <p:cNvPr id="9" name="Text Placeholder 8"/>
          <p:cNvSpPr>
            <a:spLocks noGrp="1"/>
          </p:cNvSpPr>
          <p:nvPr>
            <p:ph type="body" sz="quarter" idx="16"/>
          </p:nvPr>
        </p:nvSpPr>
        <p:spPr>
          <a:xfrm>
            <a:off x="514350" y="3737092"/>
            <a:ext cx="3409468" cy="2663707"/>
          </a:xfrm>
        </p:spPr>
        <p:txBody>
          <a:bodyPr>
            <a:normAutofit/>
          </a:bodyPr>
          <a:lstStyle/>
          <a:p>
            <a:pPr algn="just">
              <a:lnSpc>
                <a:spcPct val="150000"/>
              </a:lnSpc>
            </a:pPr>
            <a:r>
              <a:rPr lang="en-US" sz="1400" dirty="0"/>
              <a:t>India is now getting ready for emerging technologies these are going to play a crucial role in any industry alike, whether it is planning or decision-making; accelerating development or analyzing deployment, problem solving or product development; discovering new trends or drawing out correlations.</a:t>
            </a:r>
          </a:p>
        </p:txBody>
      </p:sp>
      <p:pic>
        <p:nvPicPr>
          <p:cNvPr id="3" name="Picture Placeholder 2" descr="&lt;strong&gt;Make in India&lt;/strong&gt; - Wikipedia"/>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473" r="473"/>
          <a:stretch>
            <a:fillRect/>
          </a:stretch>
        </p:blipFill>
        <p:spPr/>
      </p:pic>
    </p:spTree>
    <p:extLst>
      <p:ext uri="{BB962C8B-B14F-4D97-AF65-F5344CB8AC3E}">
        <p14:creationId xmlns:p14="http://schemas.microsoft.com/office/powerpoint/2010/main" val="268795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1000"/>
            <a:lum/>
          </a:blip>
          <a:srcRect/>
          <a:stretch>
            <a:fillRect/>
          </a:stretch>
        </a:blipFill>
        <a:effectLst/>
      </p:bgPr>
    </p:bg>
    <p:spTree>
      <p:nvGrpSpPr>
        <p:cNvPr id="1" name=""/>
        <p:cNvGrpSpPr/>
        <p:nvPr/>
      </p:nvGrpSpPr>
      <p:grpSpPr>
        <a:xfrm>
          <a:off x="0" y="0"/>
          <a:ext cx="0" cy="0"/>
          <a:chOff x="0" y="0"/>
          <a:chExt cx="0" cy="0"/>
        </a:xfrm>
      </p:grpSpPr>
      <p:graphicFrame>
        <p:nvGraphicFramePr>
          <p:cNvPr id="14" name="Diagram 13"/>
          <p:cNvGraphicFramePr/>
          <p:nvPr>
            <p:extLst>
              <p:ext uri="{D42A27DB-BD31-4B8C-83A1-F6EECF244321}">
                <p14:modId xmlns:p14="http://schemas.microsoft.com/office/powerpoint/2010/main" val="1135909717"/>
              </p:ext>
            </p:extLst>
          </p:nvPr>
        </p:nvGraphicFramePr>
        <p:xfrm>
          <a:off x="562014" y="3104051"/>
          <a:ext cx="11429357" cy="33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 name="Rectangle 50"/>
          <p:cNvSpPr/>
          <p:nvPr/>
        </p:nvSpPr>
        <p:spPr>
          <a:xfrm>
            <a:off x="562014" y="860791"/>
            <a:ext cx="11024244" cy="1569660"/>
          </a:xfrm>
          <a:prstGeom prst="rect">
            <a:avLst/>
          </a:prstGeom>
        </p:spPr>
        <p:txBody>
          <a:bodyPr wrap="square">
            <a:spAutoFit/>
          </a:bodyPr>
          <a:lstStyle/>
          <a:p>
            <a:pPr algn="ctr"/>
            <a:r>
              <a:rPr lang="en-US" sz="2400" dirty="0"/>
              <a:t>Our team of highly efficient resources employs an agile development process to ideate, research, design, and build applications using the best-in-class tools and technologies. With a premium to build apps of the highest quality and within the stipulated timeline, we help you go from idea to market in the shortest time.</a:t>
            </a:r>
          </a:p>
        </p:txBody>
      </p:sp>
    </p:spTree>
    <p:extLst>
      <p:ext uri="{BB962C8B-B14F-4D97-AF65-F5344CB8AC3E}">
        <p14:creationId xmlns:p14="http://schemas.microsoft.com/office/powerpoint/2010/main" val="1705897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alphaModFix amt="4000"/>
          </a:blip>
          <a:tile tx="0" ty="0" sx="100000" sy="100000" flip="none" algn="tl"/>
        </a:blipFill>
        <a:effectLst/>
      </p:bgPr>
    </p:bg>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a:t>CASE STUDIES</a:t>
            </a:r>
          </a:p>
        </p:txBody>
      </p:sp>
      <p:sp>
        <p:nvSpPr>
          <p:cNvPr id="16" name="Text Placeholder 15"/>
          <p:cNvSpPr>
            <a:spLocks noGrp="1"/>
          </p:cNvSpPr>
          <p:nvPr>
            <p:ph type="body" sz="quarter" idx="12"/>
          </p:nvPr>
        </p:nvSpPr>
        <p:spPr/>
        <p:txBody>
          <a:bodyPr/>
          <a:lstStyle/>
          <a:p>
            <a:r>
              <a:rPr lang="en-US" dirty="0"/>
              <a:t>ITES &amp; LEADING BANKING INDUSTRY</a:t>
            </a:r>
          </a:p>
        </p:txBody>
      </p:sp>
      <p:sp>
        <p:nvSpPr>
          <p:cNvPr id="19" name="Rectangle 18"/>
          <p:cNvSpPr/>
          <p:nvPr/>
        </p:nvSpPr>
        <p:spPr>
          <a:xfrm>
            <a:off x="519952" y="2004412"/>
            <a:ext cx="11024347" cy="4154984"/>
          </a:xfrm>
          <a:prstGeom prst="rect">
            <a:avLst/>
          </a:prstGeom>
        </p:spPr>
        <p:txBody>
          <a:bodyPr wrap="square">
            <a:spAutoFit/>
          </a:bodyPr>
          <a:lstStyle/>
          <a:p>
            <a:pPr algn="just"/>
            <a:r>
              <a:rPr lang="en-US" sz="2400" b="1" dirty="0"/>
              <a:t>Problem Statement</a:t>
            </a:r>
            <a:r>
              <a:rPr lang="en-US" sz="2400" dirty="0"/>
              <a:t> - Unified dashboard for a leading banking firm and enhanced UI &amp; UX for vertical and geo leaders for an ITES.</a:t>
            </a:r>
          </a:p>
          <a:p>
            <a:pPr algn="just"/>
            <a:endParaRPr lang="en-US" sz="2400" dirty="0"/>
          </a:p>
          <a:p>
            <a:pPr algn="just"/>
            <a:r>
              <a:rPr lang="en-US" sz="2400" b="1" dirty="0"/>
              <a:t>Solution</a:t>
            </a:r>
            <a:r>
              <a:rPr lang="en-US" sz="2400" dirty="0"/>
              <a:t> - Dashboards must always save the user time. Always design your dashboard so that it helps your user to be more efficient.</a:t>
            </a:r>
          </a:p>
          <a:p>
            <a:pPr marL="742950" lvl="1" indent="-285750" algn="just">
              <a:buFont typeface="Arial" panose="020B0604020202020204" pitchFamily="34" charset="0"/>
              <a:buChar char="•"/>
            </a:pPr>
            <a:r>
              <a:rPr lang="en-US" sz="2400" dirty="0"/>
              <a:t>Operational dashboards – these dashboards help the user see what's happening right now</a:t>
            </a:r>
          </a:p>
          <a:p>
            <a:pPr marL="742950" lvl="1" indent="-285750" algn="just">
              <a:buFont typeface="Arial" panose="020B0604020202020204" pitchFamily="34" charset="0"/>
              <a:buChar char="•"/>
            </a:pPr>
            <a:r>
              <a:rPr lang="en-US" sz="2400" dirty="0"/>
              <a:t>Analytical dashboards – these dashboards give the user a clear view of performance trends and potential problems.</a:t>
            </a:r>
          </a:p>
          <a:p>
            <a:pPr marL="742950" lvl="1" indent="-285750" algn="just">
              <a:buFont typeface="Arial" panose="020B0604020202020204" pitchFamily="34" charset="0"/>
              <a:buChar char="•"/>
            </a:pPr>
            <a:r>
              <a:rPr lang="en-US" sz="2400" dirty="0"/>
              <a:t>Strategic dashboards – this type of dashboard lets the user track their main strategic goals via KPIs</a:t>
            </a:r>
          </a:p>
        </p:txBody>
      </p:sp>
    </p:spTree>
    <p:extLst>
      <p:ext uri="{BB962C8B-B14F-4D97-AF65-F5344CB8AC3E}">
        <p14:creationId xmlns:p14="http://schemas.microsoft.com/office/powerpoint/2010/main" val="1967308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alphaModFix amt="4000"/>
          </a:blip>
          <a:tile tx="0" ty="0" sx="100000" sy="100000" flip="none" algn="tl"/>
        </a:blipFill>
        <a:effectLst/>
      </p:bgPr>
    </p:bg>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a:t>CASE STUDIES</a:t>
            </a:r>
          </a:p>
        </p:txBody>
      </p:sp>
      <p:sp>
        <p:nvSpPr>
          <p:cNvPr id="16" name="Text Placeholder 15"/>
          <p:cNvSpPr>
            <a:spLocks noGrp="1"/>
          </p:cNvSpPr>
          <p:nvPr>
            <p:ph type="body" sz="quarter" idx="12"/>
          </p:nvPr>
        </p:nvSpPr>
        <p:spPr/>
        <p:txBody>
          <a:bodyPr/>
          <a:lstStyle/>
          <a:p>
            <a:r>
              <a:rPr lang="en-US" dirty="0"/>
              <a:t>LEADING BANKING INDUSTRY</a:t>
            </a:r>
          </a:p>
        </p:txBody>
      </p:sp>
      <p:sp>
        <p:nvSpPr>
          <p:cNvPr id="19" name="Rectangle 18"/>
          <p:cNvSpPr/>
          <p:nvPr/>
        </p:nvSpPr>
        <p:spPr>
          <a:xfrm>
            <a:off x="519952" y="2004412"/>
            <a:ext cx="11024347" cy="3416320"/>
          </a:xfrm>
          <a:prstGeom prst="rect">
            <a:avLst/>
          </a:prstGeom>
        </p:spPr>
        <p:txBody>
          <a:bodyPr wrap="square">
            <a:spAutoFit/>
          </a:bodyPr>
          <a:lstStyle/>
          <a:p>
            <a:pPr algn="just"/>
            <a:r>
              <a:rPr lang="en-US" sz="2400" b="1" dirty="0"/>
              <a:t>Problem Statement</a:t>
            </a:r>
            <a:r>
              <a:rPr lang="en-US" sz="2400" dirty="0"/>
              <a:t> - Usually, banks email the monthly bank statement directly to their customer’s registered email address every month which are not interactive.</a:t>
            </a:r>
          </a:p>
          <a:p>
            <a:pPr algn="just"/>
            <a:endParaRPr lang="en-US" sz="2400" dirty="0"/>
          </a:p>
          <a:p>
            <a:pPr algn="just"/>
            <a:r>
              <a:rPr lang="en-US" sz="2400" b="1" dirty="0"/>
              <a:t>Solution</a:t>
            </a:r>
            <a:r>
              <a:rPr lang="en-US" sz="2400" dirty="0"/>
              <a:t> – Smart Statements Design includes all the transactions either withdrawal or deposit of money, account balance, interest credited, and amount debited for any services.</a:t>
            </a:r>
          </a:p>
          <a:p>
            <a:pPr marL="800100" lvl="1" indent="-342900" algn="just">
              <a:buFont typeface="Arial" panose="020B0604020202020204" pitchFamily="34" charset="0"/>
              <a:buChar char="•"/>
            </a:pPr>
            <a:r>
              <a:rPr lang="en-US" sz="2400" dirty="0"/>
              <a:t>Increase their visibility on spending</a:t>
            </a:r>
          </a:p>
          <a:p>
            <a:pPr marL="800100" lvl="1" indent="-342900" algn="just">
              <a:buFont typeface="Arial" panose="020B0604020202020204" pitchFamily="34" charset="0"/>
              <a:buChar char="•"/>
            </a:pPr>
            <a:r>
              <a:rPr lang="en-US" sz="2400" dirty="0"/>
              <a:t>Cross selling and Up selling banking and 3</a:t>
            </a:r>
            <a:r>
              <a:rPr lang="en-US" sz="2400" baseline="30000" dirty="0"/>
              <a:t>rd</a:t>
            </a:r>
            <a:r>
              <a:rPr lang="en-US" sz="2400" dirty="0"/>
              <a:t> party products</a:t>
            </a:r>
          </a:p>
          <a:p>
            <a:pPr marL="800100" lvl="1" indent="-342900" algn="just">
              <a:buFont typeface="Arial" panose="020B0604020202020204" pitchFamily="34" charset="0"/>
              <a:buChar char="•"/>
            </a:pPr>
            <a:r>
              <a:rPr lang="en-US" sz="2400" dirty="0"/>
              <a:t>Retaining customer trust and increased relationship</a:t>
            </a:r>
          </a:p>
        </p:txBody>
      </p:sp>
    </p:spTree>
    <p:extLst>
      <p:ext uri="{BB962C8B-B14F-4D97-AF65-F5344CB8AC3E}">
        <p14:creationId xmlns:p14="http://schemas.microsoft.com/office/powerpoint/2010/main" val="2572026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alphaModFix amt="4000"/>
          </a:blip>
          <a:tile tx="0" ty="0" sx="100000" sy="100000" flip="none" algn="tl"/>
        </a:blipFill>
        <a:effectLst/>
      </p:bgPr>
    </p:bg>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a:t>CASE STUDIES</a:t>
            </a:r>
          </a:p>
        </p:txBody>
      </p:sp>
      <p:sp>
        <p:nvSpPr>
          <p:cNvPr id="16" name="Text Placeholder 15"/>
          <p:cNvSpPr>
            <a:spLocks noGrp="1"/>
          </p:cNvSpPr>
          <p:nvPr>
            <p:ph type="body" sz="quarter" idx="12"/>
          </p:nvPr>
        </p:nvSpPr>
        <p:spPr/>
        <p:txBody>
          <a:bodyPr/>
          <a:lstStyle/>
          <a:p>
            <a:r>
              <a:rPr lang="en-US" dirty="0"/>
              <a:t>LEADING FMCG INDUSTRY</a:t>
            </a:r>
          </a:p>
        </p:txBody>
      </p:sp>
      <p:sp>
        <p:nvSpPr>
          <p:cNvPr id="19" name="Rectangle 18"/>
          <p:cNvSpPr/>
          <p:nvPr/>
        </p:nvSpPr>
        <p:spPr>
          <a:xfrm>
            <a:off x="519952" y="2004412"/>
            <a:ext cx="11024347" cy="3785652"/>
          </a:xfrm>
          <a:prstGeom prst="rect">
            <a:avLst/>
          </a:prstGeom>
        </p:spPr>
        <p:txBody>
          <a:bodyPr wrap="square">
            <a:spAutoFit/>
          </a:bodyPr>
          <a:lstStyle/>
          <a:p>
            <a:pPr algn="just"/>
            <a:r>
              <a:rPr lang="en-US" sz="2400" b="1" dirty="0"/>
              <a:t>Problem Statement</a:t>
            </a:r>
            <a:r>
              <a:rPr lang="en-US" sz="2400" dirty="0"/>
              <a:t> – FMCG and CPG  woes in the growth of current data streams including sales, finance, promotional, supply chain and social media etc. So, to overcome these issues.</a:t>
            </a:r>
          </a:p>
          <a:p>
            <a:pPr algn="just"/>
            <a:endParaRPr lang="en-US" sz="2400" dirty="0"/>
          </a:p>
          <a:p>
            <a:pPr algn="just"/>
            <a:r>
              <a:rPr lang="en-US" sz="2400" b="1" dirty="0"/>
              <a:t>Solution</a:t>
            </a:r>
            <a:r>
              <a:rPr lang="en-US" sz="2400" dirty="0"/>
              <a:t> – Optimizing warehouse management, inventory levels enhancement, and compelling value via whole supply chain.</a:t>
            </a:r>
          </a:p>
          <a:p>
            <a:pPr marL="800100" lvl="1" indent="-342900" algn="just">
              <a:buFont typeface="Arial" panose="020B0604020202020204" pitchFamily="34" charset="0"/>
              <a:buChar char="•"/>
            </a:pPr>
            <a:r>
              <a:rPr lang="en-US" sz="2400" dirty="0"/>
              <a:t>Optimizing warehouse management, inventory levels enhancement, and compelling value via whole supply chain</a:t>
            </a:r>
          </a:p>
          <a:p>
            <a:pPr marL="800100" lvl="1" indent="-342900" algn="just">
              <a:buFont typeface="Arial" panose="020B0604020202020204" pitchFamily="34" charset="0"/>
              <a:buChar char="•"/>
            </a:pPr>
            <a:r>
              <a:rPr lang="en-US" sz="2400" dirty="0"/>
              <a:t>Generating high profitability and revenue over all channels across the customer decision drive.</a:t>
            </a:r>
          </a:p>
        </p:txBody>
      </p:sp>
    </p:spTree>
    <p:extLst>
      <p:ext uri="{BB962C8B-B14F-4D97-AF65-F5344CB8AC3E}">
        <p14:creationId xmlns:p14="http://schemas.microsoft.com/office/powerpoint/2010/main" val="1060366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F0240E2-270B-47F4-97C1-065A42CC2737}"/>
              </a:ext>
            </a:extLst>
          </p:cNvPr>
          <p:cNvSpPr>
            <a:spLocks noGrp="1"/>
          </p:cNvSpPr>
          <p:nvPr>
            <p:ph type="title"/>
          </p:nvPr>
        </p:nvSpPr>
        <p:spPr>
          <a:xfrm>
            <a:off x="4145278" y="214019"/>
            <a:ext cx="3686159" cy="1466055"/>
          </a:xfrm>
        </p:spPr>
        <p:txBody>
          <a:bodyPr>
            <a:normAutofit fontScale="90000"/>
          </a:bodyPr>
          <a:lstStyle/>
          <a:p>
            <a:r>
              <a:rPr lang="en-US" dirty="0"/>
              <a:t>Why </a:t>
            </a:r>
            <a:br>
              <a:rPr lang="en-US" dirty="0"/>
            </a:br>
            <a:r>
              <a:rPr lang="en-US" dirty="0"/>
              <a:t>Talia Technologies ?</a:t>
            </a:r>
          </a:p>
        </p:txBody>
      </p:sp>
      <p:sp>
        <p:nvSpPr>
          <p:cNvPr id="9" name="Text Placeholder 8">
            <a:extLst>
              <a:ext uri="{FF2B5EF4-FFF2-40B4-BE49-F238E27FC236}">
                <a16:creationId xmlns:a16="http://schemas.microsoft.com/office/drawing/2014/main" id="{06A574E0-4F1C-4569-ABD3-9707A8CD1831}"/>
              </a:ext>
            </a:extLst>
          </p:cNvPr>
          <p:cNvSpPr>
            <a:spLocks noGrp="1"/>
          </p:cNvSpPr>
          <p:nvPr>
            <p:ph type="body" sz="quarter" idx="12"/>
          </p:nvPr>
        </p:nvSpPr>
        <p:spPr>
          <a:xfrm>
            <a:off x="4145412" y="1581374"/>
            <a:ext cx="4041157" cy="1244831"/>
          </a:xfrm>
        </p:spPr>
        <p:txBody>
          <a:bodyPr>
            <a:noAutofit/>
          </a:bodyPr>
          <a:lstStyle/>
          <a:p>
            <a:pPr algn="just"/>
            <a:r>
              <a:rPr lang="en-US" sz="1400" dirty="0"/>
              <a:t>We work with Business Leaders  and Innovators together to design, create and produce work that we are proud of for the Vision and Mission we believe in. </a:t>
            </a:r>
          </a:p>
          <a:p>
            <a:r>
              <a:rPr lang="en-US" sz="1400" dirty="0"/>
              <a:t>We are available to be hired for:  </a:t>
            </a:r>
          </a:p>
        </p:txBody>
      </p:sp>
      <p:sp>
        <p:nvSpPr>
          <p:cNvPr id="11" name="Text Placeholder 10">
            <a:extLst>
              <a:ext uri="{FF2B5EF4-FFF2-40B4-BE49-F238E27FC236}">
                <a16:creationId xmlns:a16="http://schemas.microsoft.com/office/drawing/2014/main" id="{C752924E-B022-4FF4-B161-31F5531EC8DA}"/>
              </a:ext>
            </a:extLst>
          </p:cNvPr>
          <p:cNvSpPr>
            <a:spLocks noGrp="1"/>
          </p:cNvSpPr>
          <p:nvPr>
            <p:ph type="body" sz="quarter" idx="15"/>
          </p:nvPr>
        </p:nvSpPr>
        <p:spPr>
          <a:xfrm>
            <a:off x="4145412" y="2811606"/>
            <a:ext cx="3686159" cy="3044825"/>
          </a:xfrm>
        </p:spPr>
        <p:txBody>
          <a:bodyPr>
            <a:normAutofit/>
          </a:bodyPr>
          <a:lstStyle/>
          <a:p>
            <a:r>
              <a:rPr lang="en-US" sz="1600" dirty="0"/>
              <a:t>Low-cost structure</a:t>
            </a:r>
          </a:p>
          <a:p>
            <a:r>
              <a:rPr lang="en-US" sz="1600" dirty="0"/>
              <a:t>Professional competence</a:t>
            </a:r>
          </a:p>
          <a:p>
            <a:r>
              <a:rPr lang="en-US" sz="1600" dirty="0"/>
              <a:t>Industriousness</a:t>
            </a:r>
          </a:p>
          <a:p>
            <a:r>
              <a:rPr lang="en-US" sz="1600" dirty="0"/>
              <a:t>High learning ability</a:t>
            </a:r>
          </a:p>
          <a:p>
            <a:r>
              <a:rPr lang="en-US" sz="1600" dirty="0"/>
              <a:t>Adaptability to technology</a:t>
            </a:r>
          </a:p>
          <a:p>
            <a:r>
              <a:rPr lang="en-US" sz="1600" dirty="0"/>
              <a:t>High acceptability</a:t>
            </a:r>
          </a:p>
          <a:p>
            <a:r>
              <a:rPr lang="en-US" sz="1600" dirty="0"/>
              <a:t>Strong interpersonal skills</a:t>
            </a:r>
          </a:p>
        </p:txBody>
      </p:sp>
      <p:pic>
        <p:nvPicPr>
          <p:cNvPr id="18" name="Picture Placeholder 15" title="Decorative"/>
          <p:cNvPicPr>
            <a:picLocks noGrp="1" noChangeAspect="1"/>
          </p:cNvPicPr>
          <p:nvPr>
            <p:ph type="pic" sz="quarter" idx="17"/>
          </p:nvPr>
        </p:nvPicPr>
        <p:blipFill>
          <a:blip r:embed="rId2" cstate="email">
            <a:extLst>
              <a:ext uri="{28A0092B-C50C-407E-A947-70E740481C1C}">
                <a14:useLocalDpi xmlns:a14="http://schemas.microsoft.com/office/drawing/2010/main"/>
              </a:ext>
            </a:extLst>
          </a:blip>
          <a:srcRect/>
          <a:stretch>
            <a:fillRect/>
          </a:stretch>
        </p:blipFill>
        <p:spPr/>
      </p:pic>
      <p:pic>
        <p:nvPicPr>
          <p:cNvPr id="3" name="Picture Placeholder 2" descr="Free Stock Photo 12706 &lt;strong&gt;Budding&lt;/strong&gt; Blooming Honeysuckle | freeimageslive"/>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l="29708" r="29708"/>
          <a:stretch>
            <a:fillRect/>
          </a:stretch>
        </p:blipFill>
        <p:spPr/>
      </p:pic>
    </p:spTree>
    <p:extLst>
      <p:ext uri="{BB962C8B-B14F-4D97-AF65-F5344CB8AC3E}">
        <p14:creationId xmlns:p14="http://schemas.microsoft.com/office/powerpoint/2010/main" val="2885941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3F9A722-C416-4CA0-9E81-3AB439623A87}"/>
              </a:ext>
            </a:extLst>
          </p:cNvPr>
          <p:cNvSpPr>
            <a:spLocks noGrp="1"/>
          </p:cNvSpPr>
          <p:nvPr>
            <p:ph type="title"/>
          </p:nvPr>
        </p:nvSpPr>
        <p:spPr/>
        <p:txBody>
          <a:bodyPr>
            <a:normAutofit/>
          </a:bodyPr>
          <a:lstStyle/>
          <a:p>
            <a:r>
              <a:rPr lang="en-US" dirty="0"/>
              <a:t>SOLUTIONS  TEAM</a:t>
            </a:r>
          </a:p>
        </p:txBody>
      </p:sp>
      <p:sp>
        <p:nvSpPr>
          <p:cNvPr id="18" name="Text Placeholder 17">
            <a:extLst>
              <a:ext uri="{FF2B5EF4-FFF2-40B4-BE49-F238E27FC236}">
                <a16:creationId xmlns:a16="http://schemas.microsoft.com/office/drawing/2014/main" id="{6D905B54-BC78-4D3A-98A7-8BF350FAE60E}"/>
              </a:ext>
            </a:extLst>
          </p:cNvPr>
          <p:cNvSpPr>
            <a:spLocks noGrp="1"/>
          </p:cNvSpPr>
          <p:nvPr>
            <p:ph type="body" sz="quarter" idx="16"/>
          </p:nvPr>
        </p:nvSpPr>
        <p:spPr>
          <a:xfrm>
            <a:off x="264409" y="2213346"/>
            <a:ext cx="2517605" cy="382749"/>
          </a:xfrm>
        </p:spPr>
        <p:txBody>
          <a:bodyPr/>
          <a:lstStyle/>
          <a:p>
            <a:r>
              <a:rPr lang="en-US" dirty="0"/>
              <a:t>Narayanamurthy T</a:t>
            </a:r>
          </a:p>
        </p:txBody>
      </p:sp>
      <p:sp>
        <p:nvSpPr>
          <p:cNvPr id="19" name="Text Placeholder 18">
            <a:extLst>
              <a:ext uri="{FF2B5EF4-FFF2-40B4-BE49-F238E27FC236}">
                <a16:creationId xmlns:a16="http://schemas.microsoft.com/office/drawing/2014/main" id="{35D841AC-77B9-46F0-877E-EDFD058BCBF2}"/>
              </a:ext>
            </a:extLst>
          </p:cNvPr>
          <p:cNvSpPr>
            <a:spLocks noGrp="1"/>
          </p:cNvSpPr>
          <p:nvPr>
            <p:ph type="body" sz="quarter" idx="17"/>
          </p:nvPr>
        </p:nvSpPr>
        <p:spPr>
          <a:xfrm>
            <a:off x="6359042" y="2474580"/>
            <a:ext cx="2517605" cy="484146"/>
          </a:xfrm>
        </p:spPr>
        <p:txBody>
          <a:bodyPr>
            <a:noAutofit/>
          </a:bodyPr>
          <a:lstStyle/>
          <a:p>
            <a:pPr algn="just" fontAlgn="auto"/>
            <a:r>
              <a:rPr lang="en-US" sz="1200" dirty="0"/>
              <a:t>One of our advisory panel, Specialties in areas of automation, capacity planning, coaching, computer hardware, mentoring, customer relations, customer excellence, inventory management, MIS, Data Analytics, organizational skills, high performance management, P&amp;L management, process management, supervisory skills, technical support.</a:t>
            </a:r>
          </a:p>
        </p:txBody>
      </p:sp>
      <p:sp>
        <p:nvSpPr>
          <p:cNvPr id="20" name="Text Placeholder 19">
            <a:extLst>
              <a:ext uri="{FF2B5EF4-FFF2-40B4-BE49-F238E27FC236}">
                <a16:creationId xmlns:a16="http://schemas.microsoft.com/office/drawing/2014/main" id="{D20F164F-C51A-49BD-BCBB-07C7BED267C0}"/>
              </a:ext>
            </a:extLst>
          </p:cNvPr>
          <p:cNvSpPr>
            <a:spLocks noGrp="1"/>
          </p:cNvSpPr>
          <p:nvPr>
            <p:ph type="body" sz="quarter" idx="18"/>
          </p:nvPr>
        </p:nvSpPr>
        <p:spPr>
          <a:xfrm>
            <a:off x="6359042" y="2092687"/>
            <a:ext cx="2517605" cy="382749"/>
          </a:xfrm>
        </p:spPr>
        <p:txBody>
          <a:bodyPr/>
          <a:lstStyle/>
          <a:p>
            <a:r>
              <a:rPr lang="en-US" dirty="0"/>
              <a:t>Rakesh Nair</a:t>
            </a:r>
          </a:p>
        </p:txBody>
      </p:sp>
      <p:sp>
        <p:nvSpPr>
          <p:cNvPr id="21" name="Text Placeholder 20">
            <a:extLst>
              <a:ext uri="{FF2B5EF4-FFF2-40B4-BE49-F238E27FC236}">
                <a16:creationId xmlns:a16="http://schemas.microsoft.com/office/drawing/2014/main" id="{F6997EE2-4A7E-42BA-A9A4-CA8914C6CA1F}"/>
              </a:ext>
            </a:extLst>
          </p:cNvPr>
          <p:cNvSpPr>
            <a:spLocks noGrp="1"/>
          </p:cNvSpPr>
          <p:nvPr>
            <p:ph type="body" sz="quarter" idx="19"/>
          </p:nvPr>
        </p:nvSpPr>
        <p:spPr>
          <a:xfrm>
            <a:off x="3288925" y="4987092"/>
            <a:ext cx="2517605" cy="1595179"/>
          </a:xfrm>
        </p:spPr>
        <p:txBody>
          <a:bodyPr/>
          <a:lstStyle/>
          <a:p>
            <a:pPr algn="just"/>
            <a:r>
              <a:rPr lang="en-US" sz="1200" dirty="0"/>
              <a:t>He is acknowledged for providing leadership, strategic transformation, and operational discipline for a wide array of business processes within organizations. An agile coach being a effective communicator with excellent relationship building &amp; interpersonal skills; self-motivator with high levels of commitment.</a:t>
            </a:r>
          </a:p>
        </p:txBody>
      </p:sp>
      <p:sp>
        <p:nvSpPr>
          <p:cNvPr id="22" name="Text Placeholder 21">
            <a:extLst>
              <a:ext uri="{FF2B5EF4-FFF2-40B4-BE49-F238E27FC236}">
                <a16:creationId xmlns:a16="http://schemas.microsoft.com/office/drawing/2014/main" id="{3604A973-1FC1-4BD3-A8B8-0C46262D77B6}"/>
              </a:ext>
            </a:extLst>
          </p:cNvPr>
          <p:cNvSpPr>
            <a:spLocks noGrp="1"/>
          </p:cNvSpPr>
          <p:nvPr>
            <p:ph type="body" sz="quarter" idx="20"/>
          </p:nvPr>
        </p:nvSpPr>
        <p:spPr>
          <a:xfrm>
            <a:off x="3288925" y="4582767"/>
            <a:ext cx="2517605" cy="382749"/>
          </a:xfrm>
        </p:spPr>
        <p:txBody>
          <a:bodyPr/>
          <a:lstStyle/>
          <a:p>
            <a:r>
              <a:rPr lang="en-US" dirty="0"/>
              <a:t>Vinod Kumar Jhadav</a:t>
            </a:r>
          </a:p>
        </p:txBody>
      </p:sp>
      <p:sp>
        <p:nvSpPr>
          <p:cNvPr id="23" name="Text Placeholder 22">
            <a:extLst>
              <a:ext uri="{FF2B5EF4-FFF2-40B4-BE49-F238E27FC236}">
                <a16:creationId xmlns:a16="http://schemas.microsoft.com/office/drawing/2014/main" id="{F71130C1-E2E7-4700-A220-231BB58349DE}"/>
              </a:ext>
            </a:extLst>
          </p:cNvPr>
          <p:cNvSpPr>
            <a:spLocks noGrp="1"/>
          </p:cNvSpPr>
          <p:nvPr>
            <p:ph type="body" sz="quarter" idx="21"/>
          </p:nvPr>
        </p:nvSpPr>
        <p:spPr>
          <a:xfrm>
            <a:off x="9412281" y="4866772"/>
            <a:ext cx="2517605" cy="484146"/>
          </a:xfrm>
        </p:spPr>
        <p:txBody>
          <a:bodyPr/>
          <a:lstStyle/>
          <a:p>
            <a:pPr algn="just"/>
            <a:r>
              <a:rPr lang="en-US" dirty="0"/>
              <a:t>A Solution Architect and Cloud evangelist having worked for Finance, Retail , Pharma and Oil &amp; Gas customers primarily involved with estimations, Resource Modelling, Costing and Pricing of multi-year, multi million opportunities. Additionally involved with orals and client visits, project planning.</a:t>
            </a:r>
          </a:p>
        </p:txBody>
      </p:sp>
      <p:sp>
        <p:nvSpPr>
          <p:cNvPr id="24" name="Text Placeholder 23">
            <a:extLst>
              <a:ext uri="{FF2B5EF4-FFF2-40B4-BE49-F238E27FC236}">
                <a16:creationId xmlns:a16="http://schemas.microsoft.com/office/drawing/2014/main" id="{DDC5EC52-0B52-4D0E-B00E-8E5EF35BC9CD}"/>
              </a:ext>
            </a:extLst>
          </p:cNvPr>
          <p:cNvSpPr>
            <a:spLocks noGrp="1"/>
          </p:cNvSpPr>
          <p:nvPr>
            <p:ph type="body" sz="quarter" idx="22"/>
          </p:nvPr>
        </p:nvSpPr>
        <p:spPr>
          <a:xfrm>
            <a:off x="9412281" y="4462446"/>
            <a:ext cx="2517605" cy="382749"/>
          </a:xfrm>
        </p:spPr>
        <p:txBody>
          <a:bodyPr/>
          <a:lstStyle/>
          <a:p>
            <a:r>
              <a:rPr lang="en-US" dirty="0" err="1"/>
              <a:t>Ajit</a:t>
            </a:r>
            <a:r>
              <a:rPr lang="en-US" dirty="0"/>
              <a:t> Kumar Mishra</a:t>
            </a:r>
          </a:p>
        </p:txBody>
      </p:sp>
      <p:pic>
        <p:nvPicPr>
          <p:cNvPr id="9" name="Picture Placeholder 8"/>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10031" b="10031"/>
          <a:stretch>
            <a:fillRect/>
          </a:stretch>
        </p:blipFill>
        <p:spPr/>
      </p:pic>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0031" b="10031"/>
          <a:stretch>
            <a:fillRect/>
          </a:stretch>
        </p:blipFill>
        <p:spPr/>
      </p:pic>
      <p:pic>
        <p:nvPicPr>
          <p:cNvPr id="11" name="Picture Placeholder 10"/>
          <p:cNvPicPr>
            <a:picLocks noGrp="1" noChangeAspect="1"/>
          </p:cNvPicPr>
          <p:nvPr>
            <p:ph type="pic" sz="quarter" idx="12"/>
          </p:nvPr>
        </p:nvPicPr>
        <p:blipFill>
          <a:blip r:embed="rId4">
            <a:extLst>
              <a:ext uri="{28A0092B-C50C-407E-A947-70E740481C1C}">
                <a14:useLocalDpi xmlns:a14="http://schemas.microsoft.com/office/drawing/2010/main" val="0"/>
              </a:ext>
            </a:extLst>
          </a:blip>
          <a:srcRect t="10031" b="10031"/>
          <a:stretch>
            <a:fillRect/>
          </a:stretch>
        </p:blipFill>
        <p:spPr/>
      </p:pic>
      <p:pic>
        <p:nvPicPr>
          <p:cNvPr id="13" name="Picture Placeholder 12"/>
          <p:cNvPicPr>
            <a:picLocks noGrp="1" noChangeAspect="1"/>
          </p:cNvPicPr>
          <p:nvPr>
            <p:ph type="pic" sz="quarter" idx="14"/>
          </p:nvPr>
        </p:nvPicPr>
        <p:blipFill>
          <a:blip r:embed="rId5">
            <a:extLst>
              <a:ext uri="{28A0092B-C50C-407E-A947-70E740481C1C}">
                <a14:useLocalDpi xmlns:a14="http://schemas.microsoft.com/office/drawing/2010/main" val="0"/>
              </a:ext>
            </a:extLst>
          </a:blip>
          <a:srcRect t="10031" b="10031"/>
          <a:stretch>
            <a:fillRect/>
          </a:stretch>
        </p:blipFill>
        <p:spPr/>
      </p:pic>
      <p:sp>
        <p:nvSpPr>
          <p:cNvPr id="6" name="Text Placeholder 5"/>
          <p:cNvSpPr>
            <a:spLocks noGrp="1"/>
          </p:cNvSpPr>
          <p:nvPr>
            <p:ph type="body" sz="quarter" idx="15"/>
          </p:nvPr>
        </p:nvSpPr>
        <p:spPr>
          <a:xfrm>
            <a:off x="140583" y="2606932"/>
            <a:ext cx="2831217" cy="1178282"/>
          </a:xfrm>
        </p:spPr>
        <p:txBody>
          <a:bodyPr/>
          <a:lstStyle/>
          <a:p>
            <a:pPr algn="just"/>
            <a:r>
              <a:rPr lang="en-US" sz="1200" dirty="0"/>
              <a:t>As a Data strategist, analyze data for trends and patterns and interpret data with a clear objective in mind and execute the development of data products. Worked with Customers </a:t>
            </a:r>
            <a:r>
              <a:rPr lang="en-US" sz="1200" dirty="0" err="1"/>
              <a:t>viz</a:t>
            </a:r>
            <a:r>
              <a:rPr lang="en-US" sz="1200" dirty="0"/>
              <a:t> Microsoft/ Amazon/ Uber in IT/ITES Technology. Currently analytics leader in Retail and Logistics verticals.</a:t>
            </a:r>
          </a:p>
        </p:txBody>
      </p:sp>
    </p:spTree>
    <p:extLst>
      <p:ext uri="{BB962C8B-B14F-4D97-AF65-F5344CB8AC3E}">
        <p14:creationId xmlns:p14="http://schemas.microsoft.com/office/powerpoint/2010/main" val="4148056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4813" y="751344"/>
            <a:ext cx="11698940" cy="4801314"/>
          </a:xfrm>
          <a:prstGeom prst="rect">
            <a:avLst/>
          </a:prstGeom>
        </p:spPr>
        <p:txBody>
          <a:bodyPr wrap="square">
            <a:spAutoFit/>
          </a:bodyPr>
          <a:lstStyle/>
          <a:p>
            <a:r>
              <a:rPr lang="en-US" b="1" dirty="0"/>
              <a:t>Digital Transformation Governance:</a:t>
            </a:r>
          </a:p>
          <a:p>
            <a:endParaRPr lang="en-US" dirty="0"/>
          </a:p>
          <a:p>
            <a:pPr marL="285750" indent="-285750">
              <a:lnSpc>
                <a:spcPct val="150000"/>
              </a:lnSpc>
              <a:buFont typeface="Arial" panose="020B0604020202020204" pitchFamily="34" charset="0"/>
              <a:buChar char="•"/>
            </a:pPr>
            <a:r>
              <a:rPr lang="en-US" dirty="0"/>
              <a:t>Centralize Shared Information – Centralize information about Digital Initiatives rather than the initiative themselves.</a:t>
            </a:r>
          </a:p>
          <a:p>
            <a:pPr marL="285750" indent="-285750">
              <a:lnSpc>
                <a:spcPct val="150000"/>
              </a:lnSpc>
              <a:buFont typeface="Arial" panose="020B0604020202020204" pitchFamily="34" charset="0"/>
              <a:buChar char="•"/>
            </a:pPr>
            <a:r>
              <a:rPr lang="en-US" dirty="0"/>
              <a:t>Decentralize Governance of Digital Initiatives over Time – As digital maturity grows, move from Centralized to Decentralized governance of initiatives.</a:t>
            </a:r>
          </a:p>
          <a:p>
            <a:pPr marL="285750" indent="-285750">
              <a:lnSpc>
                <a:spcPct val="150000"/>
              </a:lnSpc>
              <a:buFont typeface="Arial" panose="020B0604020202020204" pitchFamily="34" charset="0"/>
              <a:buChar char="•"/>
            </a:pPr>
            <a:r>
              <a:rPr lang="en-US" dirty="0"/>
              <a:t>Decentralize Ideation. Centralize Idea Evaluation – Decentralize Ideation but Centralize Idea evaluation and prioritization.</a:t>
            </a:r>
          </a:p>
          <a:p>
            <a:pPr marL="285750" indent="-285750">
              <a:lnSpc>
                <a:spcPct val="150000"/>
              </a:lnSpc>
              <a:buFont typeface="Arial" panose="020B0604020202020204" pitchFamily="34" charset="0"/>
              <a:buChar char="•"/>
            </a:pPr>
            <a:r>
              <a:rPr lang="en-US" dirty="0"/>
              <a:t>Ensure KPIs Measure True Impact – Ensure that KPIs measure the real impact you want to achieve with each initiative.</a:t>
            </a:r>
          </a:p>
          <a:p>
            <a:pPr marL="285750" indent="-285750">
              <a:lnSpc>
                <a:spcPct val="150000"/>
              </a:lnSpc>
              <a:buFont typeface="Arial" panose="020B0604020202020204" pitchFamily="34" charset="0"/>
              <a:buChar char="•"/>
            </a:pPr>
            <a:r>
              <a:rPr lang="en-US" dirty="0"/>
              <a:t>Focus on Compatibility, Consistency, and Continuous Integration – Avoid </a:t>
            </a:r>
            <a:r>
              <a:rPr lang="en-US" dirty="0" err="1"/>
              <a:t>Siloed</a:t>
            </a:r>
            <a:r>
              <a:rPr lang="en-US" dirty="0"/>
              <a:t> solutions by ensuring data compatibility, technical consistency, and continuous integration of new initiatives with existing systems.</a:t>
            </a:r>
          </a:p>
          <a:p>
            <a:pPr marL="285750" indent="-285750">
              <a:lnSpc>
                <a:spcPct val="150000"/>
              </a:lnSpc>
              <a:buFont typeface="Arial" panose="020B0604020202020204" pitchFamily="34" charset="0"/>
              <a:buChar char="•"/>
            </a:pPr>
            <a:r>
              <a:rPr lang="en-US" dirty="0"/>
              <a:t>Implement a "Fit-for-Purpose" Mapping System – Implement a "Fit-for-Purpose" mapping system that recognizes value potential and degree of feasibility for each initiative.</a:t>
            </a:r>
          </a:p>
          <a:p>
            <a:pPr marL="285750" indent="-285750">
              <a:lnSpc>
                <a:spcPct val="150000"/>
              </a:lnSpc>
              <a:buFont typeface="Arial" panose="020B0604020202020204" pitchFamily="34" charset="0"/>
              <a:buChar char="•"/>
            </a:pPr>
            <a:r>
              <a:rPr lang="en-US" dirty="0"/>
              <a:t>Perform Scenario Analysis – Evaluate different scenarios to steward Digital Initiatives toward full-scale impact proactively.</a:t>
            </a:r>
          </a:p>
        </p:txBody>
      </p:sp>
    </p:spTree>
    <p:extLst>
      <p:ext uri="{BB962C8B-B14F-4D97-AF65-F5344CB8AC3E}">
        <p14:creationId xmlns:p14="http://schemas.microsoft.com/office/powerpoint/2010/main" val="184032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42000" b="-42000"/>
          </a:stretch>
        </a:blipFill>
        <a:effectLst/>
      </p:bgPr>
    </p:bg>
    <p:spTree>
      <p:nvGrpSpPr>
        <p:cNvPr id="1" name=""/>
        <p:cNvGrpSpPr/>
        <p:nvPr/>
      </p:nvGrpSpPr>
      <p:grpSpPr>
        <a:xfrm>
          <a:off x="0" y="0"/>
          <a:ext cx="0" cy="0"/>
          <a:chOff x="0" y="0"/>
          <a:chExt cx="0" cy="0"/>
        </a:xfrm>
      </p:grpSpPr>
      <p:sp>
        <p:nvSpPr>
          <p:cNvPr id="2" name="Rectangle 1"/>
          <p:cNvSpPr/>
          <p:nvPr/>
        </p:nvSpPr>
        <p:spPr>
          <a:xfrm>
            <a:off x="485273" y="489644"/>
            <a:ext cx="10197353" cy="5632311"/>
          </a:xfrm>
          <a:prstGeom prst="rect">
            <a:avLst/>
          </a:prstGeom>
        </p:spPr>
        <p:txBody>
          <a:bodyPr wrap="square">
            <a:spAutoFit/>
          </a:bodyPr>
          <a:lstStyle/>
          <a:p>
            <a:r>
              <a:rPr lang="en-US" dirty="0"/>
              <a:t>RX Shortages - Retailer app and web application provides an innovative solution for pharma retailers/Chemist’s cumbersome manual order process or phone order process.   </a:t>
            </a:r>
          </a:p>
          <a:p>
            <a:endParaRPr lang="en-US" dirty="0"/>
          </a:p>
          <a:p>
            <a:r>
              <a:rPr lang="en-US" dirty="0"/>
              <a:t>The app is known for being a reliable, time-saving tool that keeps you focused on making the best clinical and pharma decisions possible.</a:t>
            </a:r>
          </a:p>
          <a:p>
            <a:endParaRPr lang="en-US" dirty="0"/>
          </a:p>
          <a:p>
            <a:pPr marL="285750" indent="-285750">
              <a:buFont typeface="Arial" panose="020B0604020202020204" pitchFamily="34" charset="0"/>
              <a:buChar char="•"/>
            </a:pPr>
            <a:r>
              <a:rPr lang="en-US" dirty="0"/>
              <a:t>Place order for all the shortage items at once to your preferred distributors</a:t>
            </a:r>
          </a:p>
          <a:p>
            <a:pPr marL="285750" indent="-285750">
              <a:buFont typeface="Arial" panose="020B0604020202020204" pitchFamily="34" charset="0"/>
              <a:buChar char="•"/>
            </a:pPr>
            <a:r>
              <a:rPr lang="en-US" dirty="0"/>
              <a:t>A drug-interaction checker</a:t>
            </a:r>
          </a:p>
          <a:p>
            <a:pPr marL="285750" indent="-285750">
              <a:buFont typeface="Arial" panose="020B0604020202020204" pitchFamily="34" charset="0"/>
              <a:buChar char="•"/>
            </a:pPr>
            <a:r>
              <a:rPr lang="en-US" dirty="0"/>
              <a:t>Identify pills</a:t>
            </a:r>
          </a:p>
          <a:p>
            <a:pPr marL="285750" indent="-285750">
              <a:buFont typeface="Arial" panose="020B0604020202020204" pitchFamily="34" charset="0"/>
              <a:buChar char="•"/>
            </a:pPr>
            <a:r>
              <a:rPr lang="en-US" dirty="0"/>
              <a:t>Look up prescription medications</a:t>
            </a:r>
          </a:p>
          <a:p>
            <a:pPr marL="285750" indent="-285750">
              <a:buFont typeface="Arial" panose="020B0604020202020204" pitchFamily="34" charset="0"/>
              <a:buChar char="•"/>
            </a:pPr>
            <a:r>
              <a:rPr lang="en-US" dirty="0"/>
              <a:t>Determine drug dosing</a:t>
            </a:r>
          </a:p>
          <a:p>
            <a:pPr marL="285750" indent="-285750">
              <a:buFont typeface="Arial" panose="020B0604020202020204" pitchFamily="34" charset="0"/>
              <a:buChar char="•"/>
            </a:pPr>
            <a:r>
              <a:rPr lang="en-US" dirty="0"/>
              <a:t>Check drug interactions</a:t>
            </a:r>
          </a:p>
          <a:p>
            <a:pPr marL="285750" indent="-285750">
              <a:buFont typeface="Arial" panose="020B0604020202020204" pitchFamily="34" charset="0"/>
              <a:buChar char="•"/>
            </a:pPr>
            <a:r>
              <a:rPr lang="en-US" dirty="0"/>
              <a:t>Use medical calculators</a:t>
            </a:r>
          </a:p>
          <a:p>
            <a:pPr marL="285750" indent="-285750">
              <a:buFont typeface="Arial" panose="020B0604020202020204" pitchFamily="34" charset="0"/>
              <a:buChar char="•"/>
            </a:pPr>
            <a:r>
              <a:rPr lang="en-US" dirty="0"/>
              <a:t>Enjoy the benefits of knowing offers, comparative rates upfront before placing the order</a:t>
            </a:r>
          </a:p>
          <a:p>
            <a:pPr marL="285750" indent="-285750">
              <a:buFont typeface="Arial" panose="020B0604020202020204" pitchFamily="34" charset="0"/>
              <a:buChar char="•"/>
            </a:pPr>
            <a:r>
              <a:rPr lang="en-US" dirty="0"/>
              <a:t>Order any time.... even before closing the store and get the stock delivered early in the morning</a:t>
            </a:r>
          </a:p>
          <a:p>
            <a:pPr marL="285750" indent="-285750">
              <a:buFont typeface="Arial" panose="020B0604020202020204" pitchFamily="34" charset="0"/>
              <a:buChar char="•"/>
            </a:pPr>
            <a:r>
              <a:rPr lang="en-US" dirty="0"/>
              <a:t>Know the distributors stack availability before placing the order</a:t>
            </a:r>
          </a:p>
          <a:p>
            <a:pPr marL="285750" indent="-285750">
              <a:buFont typeface="Arial" panose="020B0604020202020204" pitchFamily="34" charset="0"/>
              <a:buChar char="•"/>
            </a:pPr>
            <a:r>
              <a:rPr lang="en-US" dirty="0"/>
              <a:t>Get Notification updates</a:t>
            </a:r>
          </a:p>
          <a:p>
            <a:pPr marL="285750" indent="-285750">
              <a:buFont typeface="Arial" panose="020B0604020202020204" pitchFamily="34" charset="0"/>
              <a:buChar char="•"/>
            </a:pPr>
            <a:r>
              <a:rPr lang="en-US" dirty="0"/>
              <a:t>Track previous orders history</a:t>
            </a:r>
          </a:p>
          <a:p>
            <a:pPr marL="285750" indent="-285750">
              <a:buFont typeface="Arial" panose="020B0604020202020204" pitchFamily="34" charset="0"/>
              <a:buChar char="•"/>
            </a:pPr>
            <a:r>
              <a:rPr lang="en-US" dirty="0"/>
              <a:t>Notifications that consider the topics you’ve previously read and related information</a:t>
            </a:r>
          </a:p>
          <a:p>
            <a:pPr marL="285750" indent="-285750">
              <a:buFont typeface="Arial" panose="020B0604020202020204" pitchFamily="34" charset="0"/>
              <a:buChar char="•"/>
            </a:pPr>
            <a:endParaRPr lang="en-US" dirty="0"/>
          </a:p>
        </p:txBody>
      </p:sp>
      <p:graphicFrame>
        <p:nvGraphicFramePr>
          <p:cNvPr id="5" name="Diagram 4"/>
          <p:cNvGraphicFramePr/>
          <p:nvPr>
            <p:extLst>
              <p:ext uri="{D42A27DB-BD31-4B8C-83A1-F6EECF244321}">
                <p14:modId xmlns:p14="http://schemas.microsoft.com/office/powerpoint/2010/main" val="1820046691"/>
              </p:ext>
            </p:extLst>
          </p:nvPr>
        </p:nvGraphicFramePr>
        <p:xfrm>
          <a:off x="2032000" y="6376737"/>
          <a:ext cx="8128000" cy="3924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Explosion 2 5"/>
          <p:cNvSpPr/>
          <p:nvPr/>
        </p:nvSpPr>
        <p:spPr>
          <a:xfrm>
            <a:off x="8349917" y="1359568"/>
            <a:ext cx="3946358" cy="3068053"/>
          </a:xfrm>
          <a:prstGeom prst="irregularSeal2">
            <a:avLst/>
          </a:prstGeom>
          <a:solidFill>
            <a:schemeClr val="accent1">
              <a:alpha val="5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Save Time</a:t>
            </a:r>
          </a:p>
          <a:p>
            <a:pPr algn="ctr"/>
            <a:r>
              <a:rPr lang="en-US" dirty="0"/>
              <a:t>Save Resources Save Money</a:t>
            </a:r>
          </a:p>
          <a:p>
            <a:pPr algn="ctr"/>
            <a:r>
              <a:rPr lang="en-US" dirty="0"/>
              <a:t>Benefits</a:t>
            </a:r>
          </a:p>
        </p:txBody>
      </p:sp>
    </p:spTree>
    <p:extLst>
      <p:ext uri="{BB962C8B-B14F-4D97-AF65-F5344CB8AC3E}">
        <p14:creationId xmlns:p14="http://schemas.microsoft.com/office/powerpoint/2010/main" val="634981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A0257C-3D98-4E46-86D3-1B752C8374C9}"/>
              </a:ext>
            </a:extLst>
          </p:cNvPr>
          <p:cNvSpPr>
            <a:spLocks noGrp="1"/>
          </p:cNvSpPr>
          <p:nvPr>
            <p:ph type="title"/>
          </p:nvPr>
        </p:nvSpPr>
        <p:spPr>
          <a:xfrm>
            <a:off x="190500" y="247651"/>
            <a:ext cx="4419599" cy="2895600"/>
          </a:xfrm>
        </p:spPr>
        <p:txBody>
          <a:bodyPr>
            <a:normAutofit/>
          </a:bodyPr>
          <a:lstStyle/>
          <a:p>
            <a:br>
              <a:rPr lang="en-US" sz="2000" spc="0" dirty="0">
                <a:latin typeface="+mn-lt"/>
              </a:rPr>
            </a:br>
            <a:r>
              <a:rPr lang="en-US" sz="2000" spc="0" dirty="0">
                <a:latin typeface="+mn-lt"/>
              </a:rPr>
              <a:t>We take the hassle out of device lifecycle and maintenance management.</a:t>
            </a:r>
            <a:br>
              <a:rPr lang="en-US" sz="2000" spc="0" dirty="0">
                <a:latin typeface="+mn-lt"/>
              </a:rPr>
            </a:br>
            <a:br>
              <a:rPr lang="en-US" sz="2000" spc="0" dirty="0">
                <a:latin typeface="+mn-lt"/>
              </a:rPr>
            </a:br>
            <a:r>
              <a:rPr lang="en-US" sz="2000" spc="0" dirty="0">
                <a:latin typeface="+mn-lt"/>
              </a:rPr>
              <a:t> IT infrastructure is often stretched thinly across essential initiatives like Digital Transformation, helping your employees adapt to remote working, and security.</a:t>
            </a:r>
          </a:p>
        </p:txBody>
      </p:sp>
      <p:sp>
        <p:nvSpPr>
          <p:cNvPr id="7" name="Text Placeholder 6">
            <a:extLst>
              <a:ext uri="{FF2B5EF4-FFF2-40B4-BE49-F238E27FC236}">
                <a16:creationId xmlns:a16="http://schemas.microsoft.com/office/drawing/2014/main" id="{A07FC37E-9058-4ED1-8333-F003F720C943}"/>
              </a:ext>
            </a:extLst>
          </p:cNvPr>
          <p:cNvSpPr>
            <a:spLocks noGrp="1"/>
          </p:cNvSpPr>
          <p:nvPr>
            <p:ph type="body" sz="quarter" idx="12"/>
          </p:nvPr>
        </p:nvSpPr>
        <p:spPr>
          <a:xfrm>
            <a:off x="5359078" y="691320"/>
            <a:ext cx="6121722" cy="382749"/>
          </a:xfrm>
        </p:spPr>
        <p:txBody>
          <a:bodyPr/>
          <a:lstStyle/>
          <a:p>
            <a:r>
              <a:rPr lang="en-US" dirty="0"/>
              <a:t>Device As A Service (DaaS)</a:t>
            </a:r>
          </a:p>
        </p:txBody>
      </p:sp>
      <p:sp>
        <p:nvSpPr>
          <p:cNvPr id="8" name="Text Placeholder 7">
            <a:extLst>
              <a:ext uri="{FF2B5EF4-FFF2-40B4-BE49-F238E27FC236}">
                <a16:creationId xmlns:a16="http://schemas.microsoft.com/office/drawing/2014/main" id="{8DB1292A-975D-418D-86AF-8C3CD2A23AC3}"/>
              </a:ext>
            </a:extLst>
          </p:cNvPr>
          <p:cNvSpPr>
            <a:spLocks noGrp="1"/>
          </p:cNvSpPr>
          <p:nvPr>
            <p:ph type="body" sz="quarter" idx="15"/>
          </p:nvPr>
        </p:nvSpPr>
        <p:spPr>
          <a:xfrm>
            <a:off x="5359078" y="1150005"/>
            <a:ext cx="6121722" cy="1397178"/>
          </a:xfrm>
        </p:spPr>
        <p:txBody>
          <a:bodyPr>
            <a:normAutofit fontScale="92500"/>
          </a:bodyPr>
          <a:lstStyle/>
          <a:p>
            <a:pPr algn="just">
              <a:lnSpc>
                <a:spcPct val="150000"/>
              </a:lnSpc>
            </a:pPr>
            <a:r>
              <a:rPr lang="en-US" dirty="0"/>
              <a:t>With our Device As A Service (DaaS) we are tied up leading device providers, so that you get the right devices, repair services, and AI-driven analytics in a predictable payment with flexible terms to optimize your cash flow.  </a:t>
            </a:r>
          </a:p>
          <a:p>
            <a:pPr algn="just">
              <a:lnSpc>
                <a:spcPct val="150000"/>
              </a:lnSpc>
            </a:pPr>
            <a:r>
              <a:rPr lang="en-US" dirty="0"/>
              <a:t>We assist you to increase user productivity, operational efficiency, and business flexibility.</a:t>
            </a:r>
          </a:p>
        </p:txBody>
      </p:sp>
      <p:sp>
        <p:nvSpPr>
          <p:cNvPr id="9" name="Text Placeholder 8"/>
          <p:cNvSpPr>
            <a:spLocks noGrp="1"/>
          </p:cNvSpPr>
          <p:nvPr>
            <p:ph type="body" sz="quarter" idx="16"/>
          </p:nvPr>
        </p:nvSpPr>
        <p:spPr>
          <a:xfrm>
            <a:off x="504825" y="3737092"/>
            <a:ext cx="3409468" cy="2663707"/>
          </a:xfrm>
        </p:spPr>
        <p:txBody>
          <a:bodyPr>
            <a:normAutofit/>
          </a:bodyPr>
          <a:lstStyle/>
          <a:p>
            <a:pPr marL="285750" indent="-285750" algn="just">
              <a:lnSpc>
                <a:spcPct val="150000"/>
              </a:lnSpc>
              <a:buFont typeface="Arial" panose="020B0604020202020204" pitchFamily="34" charset="0"/>
              <a:buChar char="•"/>
            </a:pPr>
            <a:r>
              <a:rPr lang="en-US" sz="1400" dirty="0"/>
              <a:t>Make the most of your investments</a:t>
            </a:r>
          </a:p>
          <a:p>
            <a:pPr marL="285750" indent="-285750" algn="just">
              <a:lnSpc>
                <a:spcPct val="150000"/>
              </a:lnSpc>
              <a:buFont typeface="Arial" panose="020B0604020202020204" pitchFamily="34" charset="0"/>
              <a:buChar char="•"/>
            </a:pPr>
            <a:r>
              <a:rPr lang="en-US" sz="1400" dirty="0"/>
              <a:t>Free up cash flow</a:t>
            </a:r>
          </a:p>
          <a:p>
            <a:pPr marL="285750" indent="-285750" algn="just">
              <a:lnSpc>
                <a:spcPct val="150000"/>
              </a:lnSpc>
              <a:buFont typeface="Arial" panose="020B0604020202020204" pitchFamily="34" charset="0"/>
              <a:buChar char="•"/>
            </a:pPr>
            <a:r>
              <a:rPr lang="en-US" sz="1400" dirty="0"/>
              <a:t>Improve the employee experience</a:t>
            </a:r>
          </a:p>
          <a:p>
            <a:pPr marL="285750" indent="-285750" algn="just">
              <a:lnSpc>
                <a:spcPct val="150000"/>
              </a:lnSpc>
              <a:buFont typeface="Arial" panose="020B0604020202020204" pitchFamily="34" charset="0"/>
              <a:buChar char="•"/>
            </a:pPr>
            <a:r>
              <a:rPr lang="en-US" sz="1400" dirty="0"/>
              <a:t>Get right devices for the job</a:t>
            </a:r>
          </a:p>
          <a:p>
            <a:pPr marL="285750" indent="-285750" algn="just">
              <a:lnSpc>
                <a:spcPct val="150000"/>
              </a:lnSpc>
              <a:buFont typeface="Arial" panose="020B0604020202020204" pitchFamily="34" charset="0"/>
              <a:buChar char="•"/>
            </a:pPr>
            <a:r>
              <a:rPr lang="en-US" sz="1400" dirty="0"/>
              <a:t>Support for maximum uptime</a:t>
            </a:r>
          </a:p>
          <a:p>
            <a:pPr marL="285750" indent="-285750" algn="just">
              <a:lnSpc>
                <a:spcPct val="150000"/>
              </a:lnSpc>
              <a:buFont typeface="Arial" panose="020B0604020202020204" pitchFamily="34" charset="0"/>
              <a:buChar char="•"/>
            </a:pPr>
            <a:r>
              <a:rPr lang="en-US" sz="1400" dirty="0"/>
              <a:t>Increase in  your ROI</a:t>
            </a:r>
          </a:p>
        </p:txBody>
      </p:sp>
      <p:pic>
        <p:nvPicPr>
          <p:cNvPr id="4" name="Picture Placeholder 3" descr="Free stock photo of android, apple &lt;strong&gt;devices&lt;/strong&gt;, &lt;strong&gt;computer&lt;/strong&gt;"/>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5466" b="15466"/>
          <a:stretch>
            <a:fillRect/>
          </a:stretch>
        </p:blipFill>
        <p:spPr/>
      </p:pic>
    </p:spTree>
    <p:extLst>
      <p:ext uri="{BB962C8B-B14F-4D97-AF65-F5344CB8AC3E}">
        <p14:creationId xmlns:p14="http://schemas.microsoft.com/office/powerpoint/2010/main" val="3586004754"/>
      </p:ext>
    </p:extLst>
  </p:cSld>
  <p:clrMapOvr>
    <a:masterClrMapping/>
  </p:clrMapOvr>
</p:sld>
</file>

<file path=ppt/theme/theme1.xml><?xml version="1.0" encoding="utf-8"?>
<a:theme xmlns:a="http://schemas.openxmlformats.org/drawingml/2006/main" name="Office Theme">
  <a:themeElements>
    <a:clrScheme name="Custom 26">
      <a:dk1>
        <a:srgbClr val="3F3F3F"/>
      </a:dk1>
      <a:lt1>
        <a:srgbClr val="FFFFFF"/>
      </a:lt1>
      <a:dk2>
        <a:srgbClr val="000000"/>
      </a:dk2>
      <a:lt2>
        <a:srgbClr val="A5A5A5"/>
      </a:lt2>
      <a:accent1>
        <a:srgbClr val="954F72"/>
      </a:accent1>
      <a:accent2>
        <a:srgbClr val="0F3955"/>
      </a:accent2>
      <a:accent3>
        <a:srgbClr val="BBC3CD"/>
      </a:accent3>
      <a:accent4>
        <a:srgbClr val="484848"/>
      </a:accent4>
      <a:accent5>
        <a:srgbClr val="1F1F26"/>
      </a:accent5>
      <a:accent6>
        <a:srgbClr val="F2CAA2"/>
      </a:accent6>
      <a:hlink>
        <a:srgbClr val="00194C"/>
      </a:hlink>
      <a:folHlink>
        <a:srgbClr val="954F72"/>
      </a:folHlink>
    </a:clrScheme>
    <a:fontScheme name="MSFT template">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LT Template_Classic _Bold_Sophisticated_02_MS - v5" id="{0D41E119-70BC-460A-871B-170510AB4D35}" vid="{64C62F1B-F437-4409-9C0D-EDEE8FFAF9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FE9C68-0C22-4EEC-B457-06380702936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E8B52BE-6787-403E-A094-B18CEB016691}">
  <ds:schemaRefs>
    <ds:schemaRef ds:uri="http://schemas.microsoft.com/sharepoint/v3/contenttype/forms"/>
  </ds:schemaRefs>
</ds:datastoreItem>
</file>

<file path=customXml/itemProps3.xml><?xml version="1.0" encoding="utf-8"?>
<ds:datastoreItem xmlns:ds="http://schemas.openxmlformats.org/officeDocument/2006/customXml" ds:itemID="{A843D30A-FE5A-4A75-9AAA-C9B333E486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Classic bold sophisticated presentation</Template>
  <TotalTime>0</TotalTime>
  <Words>1363</Words>
  <Application>Microsoft Office PowerPoint</Application>
  <PresentationFormat>Widescreen</PresentationFormat>
  <Paragraphs>131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Corbel</vt:lpstr>
      <vt:lpstr>Office Theme</vt:lpstr>
      <vt:lpstr>TALIA TECHNOLOGY SOLUTIONS</vt:lpstr>
      <vt:lpstr>About us </vt:lpstr>
      <vt:lpstr>PowerPoint Presentation</vt:lpstr>
      <vt:lpstr> We are prepared to pivot and adapt to all types of disruptions in the way.   As strategic technology trends do not operate independently, they build on and reinforce each other. </vt:lpstr>
      <vt:lpstr>PowerPoint Presentation</vt:lpstr>
      <vt:lpstr>CASE STUDIES</vt:lpstr>
      <vt:lpstr>CASE STUDIES</vt:lpstr>
      <vt:lpstr>CASE STUDIES</vt:lpstr>
      <vt:lpstr>Why  Talia Technologies ?</vt:lpstr>
      <vt:lpstr>SOLUTIONS  TEAM</vt:lpstr>
      <vt:lpstr>PowerPoint Presentation</vt:lpstr>
      <vt:lpstr>PowerPoint Presentation</vt:lpstr>
      <vt:lpstr> We take the hassle out of device lifecycle and maintenance management.   IT infrastructure is often stretched thinly across essential initiatives like Digital Transformation, helping your employees adapt to remote working, and security.</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2021-08-30T17:32:22Z</dcterms:created>
  <dcterms:modified xsi:type="dcterms:W3CDTF">2026-05-08T05:58:48Z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