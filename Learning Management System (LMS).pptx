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7" r:id="rId7"/>
    <p:sldId id="268" r:id="rId8"/>
    <p:sldId id="266" r:id="rId9"/>
    <p:sldId id="260" r:id="rId10"/>
    <p:sldId id="264" r:id="rId11"/>
    <p:sldId id="265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4" autoAdjust="0"/>
    <p:restoredTop sz="94660"/>
  </p:normalViewPr>
  <p:slideViewPr>
    <p:cSldViewPr snapToGrid="0">
      <p:cViewPr>
        <p:scale>
          <a:sx n="126" d="100"/>
          <a:sy n="126" d="100"/>
        </p:scale>
        <p:origin x="15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pec-india.com/blog/how-to-develop-a-learning-management-system" TargetMode="Externa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pec-india.com/blog/how-to-develop-a-learning-management-system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4025A0-CE69-4A41-9FA5-6AA824F2206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9A6154-7B91-4971-A3B5-3CAB06FB8E4C}">
      <dgm:prSet/>
      <dgm:spPr/>
      <dgm:t>
        <a:bodyPr/>
        <a:lstStyle/>
        <a:p>
          <a:r>
            <a:rPr lang="en-IN" b="1"/>
            <a:t>The Problem: </a:t>
          </a:r>
          <a:r>
            <a:rPr lang="en-IN"/>
            <a:t>Traditional training methods often result in low engagement (90% of employees struggle to retain knowledge).</a:t>
          </a:r>
          <a:endParaRPr lang="en-US"/>
        </a:p>
      </dgm:t>
    </dgm:pt>
    <dgm:pt modelId="{A4BF4E3F-2AFF-46D2-89FD-0A3ED83E1B17}" type="parTrans" cxnId="{17A901B8-75E0-4F0C-8DF5-ECEC72020C05}">
      <dgm:prSet/>
      <dgm:spPr/>
      <dgm:t>
        <a:bodyPr/>
        <a:lstStyle/>
        <a:p>
          <a:endParaRPr lang="en-US"/>
        </a:p>
      </dgm:t>
    </dgm:pt>
    <dgm:pt modelId="{94813E91-89D2-402F-BD12-3B050B641BB9}" type="sibTrans" cxnId="{17A901B8-75E0-4F0C-8DF5-ECEC72020C05}">
      <dgm:prSet/>
      <dgm:spPr/>
      <dgm:t>
        <a:bodyPr/>
        <a:lstStyle/>
        <a:p>
          <a:endParaRPr lang="en-US"/>
        </a:p>
      </dgm:t>
    </dgm:pt>
    <dgm:pt modelId="{CBD42CCB-DB88-4E8B-9039-A3DB22C5506B}">
      <dgm:prSet/>
      <dgm:spPr/>
      <dgm:t>
        <a:bodyPr/>
        <a:lstStyle/>
        <a:p>
          <a:r>
            <a:rPr lang="en-IN" b="1"/>
            <a:t>The Solution:</a:t>
          </a:r>
          <a:r>
            <a:rPr lang="en-IN"/>
            <a:t> A modern LMS provides centralized material, interactive learning, and real-time progress monitoring.</a:t>
          </a:r>
          <a:endParaRPr lang="en-US"/>
        </a:p>
      </dgm:t>
    </dgm:pt>
    <dgm:pt modelId="{56FCD79B-C1C0-4E14-843E-E90772BF53BB}" type="parTrans" cxnId="{4708881F-80F3-49EC-A829-56DE2FAB57B1}">
      <dgm:prSet/>
      <dgm:spPr/>
      <dgm:t>
        <a:bodyPr/>
        <a:lstStyle/>
        <a:p>
          <a:endParaRPr lang="en-US"/>
        </a:p>
      </dgm:t>
    </dgm:pt>
    <dgm:pt modelId="{FA42A2FB-0C37-4D7C-B44B-C8E947D123E8}" type="sibTrans" cxnId="{4708881F-80F3-49EC-A829-56DE2FAB57B1}">
      <dgm:prSet/>
      <dgm:spPr/>
      <dgm:t>
        <a:bodyPr/>
        <a:lstStyle/>
        <a:p>
          <a:endParaRPr lang="en-US"/>
        </a:p>
      </dgm:t>
    </dgm:pt>
    <dgm:pt modelId="{5CBCB655-83BE-4978-A353-61AF6195E253}" type="pres">
      <dgm:prSet presAssocID="{F44025A0-CE69-4A41-9FA5-6AA824F2206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9F81E2-CF8B-4E00-80F9-5E1EBCEC2DB3}" type="pres">
      <dgm:prSet presAssocID="{2B9A6154-7B91-4971-A3B5-3CAB06FB8E4C}" presName="hierRoot1" presStyleCnt="0"/>
      <dgm:spPr/>
    </dgm:pt>
    <dgm:pt modelId="{E14DACBB-28C0-4EA1-B0E0-72EB31B4F3F0}" type="pres">
      <dgm:prSet presAssocID="{2B9A6154-7B91-4971-A3B5-3CAB06FB8E4C}" presName="composite" presStyleCnt="0"/>
      <dgm:spPr/>
    </dgm:pt>
    <dgm:pt modelId="{C9326B0B-B8EC-4E5D-AF18-BE346B48400C}" type="pres">
      <dgm:prSet presAssocID="{2B9A6154-7B91-4971-A3B5-3CAB06FB8E4C}" presName="background" presStyleLbl="node0" presStyleIdx="0" presStyleCnt="2"/>
      <dgm:spPr/>
    </dgm:pt>
    <dgm:pt modelId="{9483D8DF-F980-4F0B-AD03-CEEEFE064312}" type="pres">
      <dgm:prSet presAssocID="{2B9A6154-7B91-4971-A3B5-3CAB06FB8E4C}" presName="text" presStyleLbl="fgAcc0" presStyleIdx="0" presStyleCnt="2">
        <dgm:presLayoutVars>
          <dgm:chPref val="3"/>
        </dgm:presLayoutVars>
      </dgm:prSet>
      <dgm:spPr/>
    </dgm:pt>
    <dgm:pt modelId="{4CB55FFC-6632-4FCE-AB69-FF068852008B}" type="pres">
      <dgm:prSet presAssocID="{2B9A6154-7B91-4971-A3B5-3CAB06FB8E4C}" presName="hierChild2" presStyleCnt="0"/>
      <dgm:spPr/>
    </dgm:pt>
    <dgm:pt modelId="{043E1136-DD47-4F3C-9925-A3236F12B97C}" type="pres">
      <dgm:prSet presAssocID="{CBD42CCB-DB88-4E8B-9039-A3DB22C5506B}" presName="hierRoot1" presStyleCnt="0"/>
      <dgm:spPr/>
    </dgm:pt>
    <dgm:pt modelId="{5ADE3FAE-AC57-4C8B-9673-2EC7C5FAA1E5}" type="pres">
      <dgm:prSet presAssocID="{CBD42CCB-DB88-4E8B-9039-A3DB22C5506B}" presName="composite" presStyleCnt="0"/>
      <dgm:spPr/>
    </dgm:pt>
    <dgm:pt modelId="{2D182302-6A57-4698-BAA1-2B67D56FD764}" type="pres">
      <dgm:prSet presAssocID="{CBD42CCB-DB88-4E8B-9039-A3DB22C5506B}" presName="background" presStyleLbl="node0" presStyleIdx="1" presStyleCnt="2"/>
      <dgm:spPr/>
    </dgm:pt>
    <dgm:pt modelId="{E317D22E-4CF5-476B-89E3-87160CB91EFC}" type="pres">
      <dgm:prSet presAssocID="{CBD42CCB-DB88-4E8B-9039-A3DB22C5506B}" presName="text" presStyleLbl="fgAcc0" presStyleIdx="1" presStyleCnt="2">
        <dgm:presLayoutVars>
          <dgm:chPref val="3"/>
        </dgm:presLayoutVars>
      </dgm:prSet>
      <dgm:spPr/>
    </dgm:pt>
    <dgm:pt modelId="{AFE13732-8829-44E7-BCF8-8B5233396AEF}" type="pres">
      <dgm:prSet presAssocID="{CBD42CCB-DB88-4E8B-9039-A3DB22C5506B}" presName="hierChild2" presStyleCnt="0"/>
      <dgm:spPr/>
    </dgm:pt>
  </dgm:ptLst>
  <dgm:cxnLst>
    <dgm:cxn modelId="{4708881F-80F3-49EC-A829-56DE2FAB57B1}" srcId="{F44025A0-CE69-4A41-9FA5-6AA824F22061}" destId="{CBD42CCB-DB88-4E8B-9039-A3DB22C5506B}" srcOrd="1" destOrd="0" parTransId="{56FCD79B-C1C0-4E14-843E-E90772BF53BB}" sibTransId="{FA42A2FB-0C37-4D7C-B44B-C8E947D123E8}"/>
    <dgm:cxn modelId="{9D8BA328-578E-48D6-B294-92A2B47C23FA}" type="presOf" srcId="{F44025A0-CE69-4A41-9FA5-6AA824F22061}" destId="{5CBCB655-83BE-4978-A353-61AF6195E253}" srcOrd="0" destOrd="0" presId="urn:microsoft.com/office/officeart/2005/8/layout/hierarchy1"/>
    <dgm:cxn modelId="{0C6CBFA1-A6E0-4AB2-A373-4E12D4934B84}" type="presOf" srcId="{2B9A6154-7B91-4971-A3B5-3CAB06FB8E4C}" destId="{9483D8DF-F980-4F0B-AD03-CEEEFE064312}" srcOrd="0" destOrd="0" presId="urn:microsoft.com/office/officeart/2005/8/layout/hierarchy1"/>
    <dgm:cxn modelId="{EB360CA8-1FA7-4143-AE3A-767D2F4381E6}" type="presOf" srcId="{CBD42CCB-DB88-4E8B-9039-A3DB22C5506B}" destId="{E317D22E-4CF5-476B-89E3-87160CB91EFC}" srcOrd="0" destOrd="0" presId="urn:microsoft.com/office/officeart/2005/8/layout/hierarchy1"/>
    <dgm:cxn modelId="{17A901B8-75E0-4F0C-8DF5-ECEC72020C05}" srcId="{F44025A0-CE69-4A41-9FA5-6AA824F22061}" destId="{2B9A6154-7B91-4971-A3B5-3CAB06FB8E4C}" srcOrd="0" destOrd="0" parTransId="{A4BF4E3F-2AFF-46D2-89FD-0A3ED83E1B17}" sibTransId="{94813E91-89D2-402F-BD12-3B050B641BB9}"/>
    <dgm:cxn modelId="{E22C2212-9681-4ACC-A3FC-BFFD3EAF52EB}" type="presParOf" srcId="{5CBCB655-83BE-4978-A353-61AF6195E253}" destId="{0B9F81E2-CF8B-4E00-80F9-5E1EBCEC2DB3}" srcOrd="0" destOrd="0" presId="urn:microsoft.com/office/officeart/2005/8/layout/hierarchy1"/>
    <dgm:cxn modelId="{C3022245-8471-4FE6-9978-2A9A302215FC}" type="presParOf" srcId="{0B9F81E2-CF8B-4E00-80F9-5E1EBCEC2DB3}" destId="{E14DACBB-28C0-4EA1-B0E0-72EB31B4F3F0}" srcOrd="0" destOrd="0" presId="urn:microsoft.com/office/officeart/2005/8/layout/hierarchy1"/>
    <dgm:cxn modelId="{F7B27288-2CA9-4FFF-9412-3E6C44A51FE3}" type="presParOf" srcId="{E14DACBB-28C0-4EA1-B0E0-72EB31B4F3F0}" destId="{C9326B0B-B8EC-4E5D-AF18-BE346B48400C}" srcOrd="0" destOrd="0" presId="urn:microsoft.com/office/officeart/2005/8/layout/hierarchy1"/>
    <dgm:cxn modelId="{3E114222-6B7F-4A2D-B1CE-F3CDACA65C33}" type="presParOf" srcId="{E14DACBB-28C0-4EA1-B0E0-72EB31B4F3F0}" destId="{9483D8DF-F980-4F0B-AD03-CEEEFE064312}" srcOrd="1" destOrd="0" presId="urn:microsoft.com/office/officeart/2005/8/layout/hierarchy1"/>
    <dgm:cxn modelId="{662C5639-8574-4F43-8476-A6D0C526FCF1}" type="presParOf" srcId="{0B9F81E2-CF8B-4E00-80F9-5E1EBCEC2DB3}" destId="{4CB55FFC-6632-4FCE-AB69-FF068852008B}" srcOrd="1" destOrd="0" presId="urn:microsoft.com/office/officeart/2005/8/layout/hierarchy1"/>
    <dgm:cxn modelId="{FC7B45F0-817B-45B0-A7FF-845016845F3F}" type="presParOf" srcId="{5CBCB655-83BE-4978-A353-61AF6195E253}" destId="{043E1136-DD47-4F3C-9925-A3236F12B97C}" srcOrd="1" destOrd="0" presId="urn:microsoft.com/office/officeart/2005/8/layout/hierarchy1"/>
    <dgm:cxn modelId="{9F37ADC4-640C-4790-B03A-2125A73B13FB}" type="presParOf" srcId="{043E1136-DD47-4F3C-9925-A3236F12B97C}" destId="{5ADE3FAE-AC57-4C8B-9673-2EC7C5FAA1E5}" srcOrd="0" destOrd="0" presId="urn:microsoft.com/office/officeart/2005/8/layout/hierarchy1"/>
    <dgm:cxn modelId="{B02BEF57-1732-45CC-8DD6-4064F2D66812}" type="presParOf" srcId="{5ADE3FAE-AC57-4C8B-9673-2EC7C5FAA1E5}" destId="{2D182302-6A57-4698-BAA1-2B67D56FD764}" srcOrd="0" destOrd="0" presId="urn:microsoft.com/office/officeart/2005/8/layout/hierarchy1"/>
    <dgm:cxn modelId="{521FAC53-D1BC-4A8D-A7D2-24BE3D4A734F}" type="presParOf" srcId="{5ADE3FAE-AC57-4C8B-9673-2EC7C5FAA1E5}" destId="{E317D22E-4CF5-476B-89E3-87160CB91EFC}" srcOrd="1" destOrd="0" presId="urn:microsoft.com/office/officeart/2005/8/layout/hierarchy1"/>
    <dgm:cxn modelId="{6A7094B3-9FA4-4560-86C5-EAD7996D26A7}" type="presParOf" srcId="{043E1136-DD47-4F3C-9925-A3236F12B97C}" destId="{AFE13732-8829-44E7-BCF8-8B5233396A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D6BBBA-4D49-4255-BA33-D06A715E5E8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DAF9D7-67FD-4D31-BADF-3A72E81BE4FA}">
      <dgm:prSet/>
      <dgm:spPr/>
      <dgm:t>
        <a:bodyPr/>
        <a:lstStyle/>
        <a:p>
          <a:r>
            <a:rPr lang="en-IN" b="1"/>
            <a:t>Cloud-Based (SaaS): </a:t>
          </a:r>
          <a:r>
            <a:rPr lang="en-IN"/>
            <a:t>Hosted on the cloud; scalable, zero installation, and automatic updates.</a:t>
          </a:r>
          <a:endParaRPr lang="en-US"/>
        </a:p>
      </dgm:t>
    </dgm:pt>
    <dgm:pt modelId="{754C0A3F-F166-4452-B3FF-3D11360DB4E3}" type="parTrans" cxnId="{151F9FD2-5FCB-4341-9C79-8EF35AB0DF6B}">
      <dgm:prSet/>
      <dgm:spPr/>
      <dgm:t>
        <a:bodyPr/>
        <a:lstStyle/>
        <a:p>
          <a:endParaRPr lang="en-US"/>
        </a:p>
      </dgm:t>
    </dgm:pt>
    <dgm:pt modelId="{3C2CBC4C-478A-4482-A596-57BA5C334053}" type="sibTrans" cxnId="{151F9FD2-5FCB-4341-9C79-8EF35AB0DF6B}">
      <dgm:prSet/>
      <dgm:spPr/>
      <dgm:t>
        <a:bodyPr/>
        <a:lstStyle/>
        <a:p>
          <a:endParaRPr lang="en-US"/>
        </a:p>
      </dgm:t>
    </dgm:pt>
    <dgm:pt modelId="{47646696-6161-46CE-B24A-9B24AF6F0AF8}">
      <dgm:prSet/>
      <dgm:spPr/>
      <dgm:t>
        <a:bodyPr/>
        <a:lstStyle/>
        <a:p>
          <a:r>
            <a:rPr lang="en-IN" b="1"/>
            <a:t>Self-Hosted: </a:t>
          </a:r>
          <a:r>
            <a:rPr lang="en-IN"/>
            <a:t>Installed on the organization's own servers for maximum control and customization.</a:t>
          </a:r>
          <a:endParaRPr lang="en-US"/>
        </a:p>
      </dgm:t>
    </dgm:pt>
    <dgm:pt modelId="{FBAB892D-98BD-48D0-861F-0506C017D658}" type="parTrans" cxnId="{E1664F9E-F3BA-48C3-B264-68F16F855BB7}">
      <dgm:prSet/>
      <dgm:spPr/>
      <dgm:t>
        <a:bodyPr/>
        <a:lstStyle/>
        <a:p>
          <a:endParaRPr lang="en-US"/>
        </a:p>
      </dgm:t>
    </dgm:pt>
    <dgm:pt modelId="{D3529F90-1E0A-4FDD-A2A5-12468D864F04}" type="sibTrans" cxnId="{E1664F9E-F3BA-48C3-B264-68F16F855BB7}">
      <dgm:prSet/>
      <dgm:spPr/>
      <dgm:t>
        <a:bodyPr/>
        <a:lstStyle/>
        <a:p>
          <a:endParaRPr lang="en-US"/>
        </a:p>
      </dgm:t>
    </dgm:pt>
    <dgm:pt modelId="{F7F6868D-A125-485D-8F43-02AA34F7AA90}">
      <dgm:prSet/>
      <dgm:spPr/>
      <dgm:t>
        <a:bodyPr/>
        <a:lstStyle/>
        <a:p>
          <a:r>
            <a:rPr lang="en-IN" b="1"/>
            <a:t>Open-Source: </a:t>
          </a:r>
          <a:r>
            <a:rPr lang="en-IN"/>
            <a:t>Platforms like Moodle or Open edX where the source code is modifiable.</a:t>
          </a:r>
          <a:endParaRPr lang="en-US"/>
        </a:p>
      </dgm:t>
    </dgm:pt>
    <dgm:pt modelId="{A98B3153-258C-4FFD-A073-BF6A3B5A7903}" type="parTrans" cxnId="{DD8D19AD-EB65-45B0-95FE-C9A7D3D51793}">
      <dgm:prSet/>
      <dgm:spPr/>
      <dgm:t>
        <a:bodyPr/>
        <a:lstStyle/>
        <a:p>
          <a:endParaRPr lang="en-US"/>
        </a:p>
      </dgm:t>
    </dgm:pt>
    <dgm:pt modelId="{EA4EC7DC-10D5-4AE3-B95C-E1F16E8A3BD3}" type="sibTrans" cxnId="{DD8D19AD-EB65-45B0-95FE-C9A7D3D51793}">
      <dgm:prSet/>
      <dgm:spPr/>
      <dgm:t>
        <a:bodyPr/>
        <a:lstStyle/>
        <a:p>
          <a:endParaRPr lang="en-US"/>
        </a:p>
      </dgm:t>
    </dgm:pt>
    <dgm:pt modelId="{4FEA9CBD-40C0-4299-9C86-6D6C50EDF8CC}" type="pres">
      <dgm:prSet presAssocID="{21D6BBBA-4D49-4255-BA33-D06A715E5E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5017F1-7C99-4C6E-BC53-D4E3E0533D20}" type="pres">
      <dgm:prSet presAssocID="{AFDAF9D7-67FD-4D31-BADF-3A72E81BE4FA}" presName="hierRoot1" presStyleCnt="0"/>
      <dgm:spPr/>
    </dgm:pt>
    <dgm:pt modelId="{BB29B2B3-80EA-4A54-81AD-6A95F7198BDD}" type="pres">
      <dgm:prSet presAssocID="{AFDAF9D7-67FD-4D31-BADF-3A72E81BE4FA}" presName="composite" presStyleCnt="0"/>
      <dgm:spPr/>
    </dgm:pt>
    <dgm:pt modelId="{244F106B-E35D-4463-984B-1A07B7405B76}" type="pres">
      <dgm:prSet presAssocID="{AFDAF9D7-67FD-4D31-BADF-3A72E81BE4FA}" presName="background" presStyleLbl="node0" presStyleIdx="0" presStyleCnt="3"/>
      <dgm:spPr/>
    </dgm:pt>
    <dgm:pt modelId="{25F6C199-5881-4C56-B72B-3D061BD37B6E}" type="pres">
      <dgm:prSet presAssocID="{AFDAF9D7-67FD-4D31-BADF-3A72E81BE4FA}" presName="text" presStyleLbl="fgAcc0" presStyleIdx="0" presStyleCnt="3">
        <dgm:presLayoutVars>
          <dgm:chPref val="3"/>
        </dgm:presLayoutVars>
      </dgm:prSet>
      <dgm:spPr/>
    </dgm:pt>
    <dgm:pt modelId="{7B091F61-8928-4FE5-BE31-6CCD7754AD50}" type="pres">
      <dgm:prSet presAssocID="{AFDAF9D7-67FD-4D31-BADF-3A72E81BE4FA}" presName="hierChild2" presStyleCnt="0"/>
      <dgm:spPr/>
    </dgm:pt>
    <dgm:pt modelId="{1F69CB63-67A9-44B1-82F1-540221FEDDE8}" type="pres">
      <dgm:prSet presAssocID="{47646696-6161-46CE-B24A-9B24AF6F0AF8}" presName="hierRoot1" presStyleCnt="0"/>
      <dgm:spPr/>
    </dgm:pt>
    <dgm:pt modelId="{DA7E7474-1BB4-4A23-A76F-AEB12E37F9F9}" type="pres">
      <dgm:prSet presAssocID="{47646696-6161-46CE-B24A-9B24AF6F0AF8}" presName="composite" presStyleCnt="0"/>
      <dgm:spPr/>
    </dgm:pt>
    <dgm:pt modelId="{C243DF91-67AE-45F9-BF4F-416DAEB296E0}" type="pres">
      <dgm:prSet presAssocID="{47646696-6161-46CE-B24A-9B24AF6F0AF8}" presName="background" presStyleLbl="node0" presStyleIdx="1" presStyleCnt="3"/>
      <dgm:spPr/>
    </dgm:pt>
    <dgm:pt modelId="{D188BFAC-D40D-4E5C-B3A6-E944D6655A06}" type="pres">
      <dgm:prSet presAssocID="{47646696-6161-46CE-B24A-9B24AF6F0AF8}" presName="text" presStyleLbl="fgAcc0" presStyleIdx="1" presStyleCnt="3">
        <dgm:presLayoutVars>
          <dgm:chPref val="3"/>
        </dgm:presLayoutVars>
      </dgm:prSet>
      <dgm:spPr/>
    </dgm:pt>
    <dgm:pt modelId="{3A515339-2341-40D7-B9F1-5F7B2114B8D1}" type="pres">
      <dgm:prSet presAssocID="{47646696-6161-46CE-B24A-9B24AF6F0AF8}" presName="hierChild2" presStyleCnt="0"/>
      <dgm:spPr/>
    </dgm:pt>
    <dgm:pt modelId="{FEF0120E-64B5-4204-AAFB-D62D59D4A2BC}" type="pres">
      <dgm:prSet presAssocID="{F7F6868D-A125-485D-8F43-02AA34F7AA90}" presName="hierRoot1" presStyleCnt="0"/>
      <dgm:spPr/>
    </dgm:pt>
    <dgm:pt modelId="{D634A077-2C56-43AC-99DE-72EE076047AA}" type="pres">
      <dgm:prSet presAssocID="{F7F6868D-A125-485D-8F43-02AA34F7AA90}" presName="composite" presStyleCnt="0"/>
      <dgm:spPr/>
    </dgm:pt>
    <dgm:pt modelId="{07BD5244-8164-46A0-800F-BE55FAA94A01}" type="pres">
      <dgm:prSet presAssocID="{F7F6868D-A125-485D-8F43-02AA34F7AA90}" presName="background" presStyleLbl="node0" presStyleIdx="2" presStyleCnt="3"/>
      <dgm:spPr/>
    </dgm:pt>
    <dgm:pt modelId="{5FC8FAB0-3C8A-4660-8321-69A218ADA66D}" type="pres">
      <dgm:prSet presAssocID="{F7F6868D-A125-485D-8F43-02AA34F7AA90}" presName="text" presStyleLbl="fgAcc0" presStyleIdx="2" presStyleCnt="3">
        <dgm:presLayoutVars>
          <dgm:chPref val="3"/>
        </dgm:presLayoutVars>
      </dgm:prSet>
      <dgm:spPr/>
    </dgm:pt>
    <dgm:pt modelId="{42CF8F7A-4729-4C6B-BAC6-37204B78201B}" type="pres">
      <dgm:prSet presAssocID="{F7F6868D-A125-485D-8F43-02AA34F7AA90}" presName="hierChild2" presStyleCnt="0"/>
      <dgm:spPr/>
    </dgm:pt>
  </dgm:ptLst>
  <dgm:cxnLst>
    <dgm:cxn modelId="{432A1330-E40E-42BA-BF88-190DE60EF6F5}" type="presOf" srcId="{F7F6868D-A125-485D-8F43-02AA34F7AA90}" destId="{5FC8FAB0-3C8A-4660-8321-69A218ADA66D}" srcOrd="0" destOrd="0" presId="urn:microsoft.com/office/officeart/2005/8/layout/hierarchy1"/>
    <dgm:cxn modelId="{5F261E3B-DA18-45D9-9D34-476FE94E031F}" type="presOf" srcId="{47646696-6161-46CE-B24A-9B24AF6F0AF8}" destId="{D188BFAC-D40D-4E5C-B3A6-E944D6655A06}" srcOrd="0" destOrd="0" presId="urn:microsoft.com/office/officeart/2005/8/layout/hierarchy1"/>
    <dgm:cxn modelId="{90544772-B9E0-4C51-9B1B-6C5DAFDBC301}" type="presOf" srcId="{AFDAF9D7-67FD-4D31-BADF-3A72E81BE4FA}" destId="{25F6C199-5881-4C56-B72B-3D061BD37B6E}" srcOrd="0" destOrd="0" presId="urn:microsoft.com/office/officeart/2005/8/layout/hierarchy1"/>
    <dgm:cxn modelId="{E1664F9E-F3BA-48C3-B264-68F16F855BB7}" srcId="{21D6BBBA-4D49-4255-BA33-D06A715E5E81}" destId="{47646696-6161-46CE-B24A-9B24AF6F0AF8}" srcOrd="1" destOrd="0" parTransId="{FBAB892D-98BD-48D0-861F-0506C017D658}" sibTransId="{D3529F90-1E0A-4FDD-A2A5-12468D864F04}"/>
    <dgm:cxn modelId="{DD8D19AD-EB65-45B0-95FE-C9A7D3D51793}" srcId="{21D6BBBA-4D49-4255-BA33-D06A715E5E81}" destId="{F7F6868D-A125-485D-8F43-02AA34F7AA90}" srcOrd="2" destOrd="0" parTransId="{A98B3153-258C-4FFD-A073-BF6A3B5A7903}" sibTransId="{EA4EC7DC-10D5-4AE3-B95C-E1F16E8A3BD3}"/>
    <dgm:cxn modelId="{74A38FCF-6215-4651-A399-0C800FB76E73}" type="presOf" srcId="{21D6BBBA-4D49-4255-BA33-D06A715E5E81}" destId="{4FEA9CBD-40C0-4299-9C86-6D6C50EDF8CC}" srcOrd="0" destOrd="0" presId="urn:microsoft.com/office/officeart/2005/8/layout/hierarchy1"/>
    <dgm:cxn modelId="{151F9FD2-5FCB-4341-9C79-8EF35AB0DF6B}" srcId="{21D6BBBA-4D49-4255-BA33-D06A715E5E81}" destId="{AFDAF9D7-67FD-4D31-BADF-3A72E81BE4FA}" srcOrd="0" destOrd="0" parTransId="{754C0A3F-F166-4452-B3FF-3D11360DB4E3}" sibTransId="{3C2CBC4C-478A-4482-A596-57BA5C334053}"/>
    <dgm:cxn modelId="{DBC0E6C5-5036-4BE5-9B67-184287E1FBE0}" type="presParOf" srcId="{4FEA9CBD-40C0-4299-9C86-6D6C50EDF8CC}" destId="{4B5017F1-7C99-4C6E-BC53-D4E3E0533D20}" srcOrd="0" destOrd="0" presId="urn:microsoft.com/office/officeart/2005/8/layout/hierarchy1"/>
    <dgm:cxn modelId="{667E444B-6E3E-4542-9F6C-7467B0B0C046}" type="presParOf" srcId="{4B5017F1-7C99-4C6E-BC53-D4E3E0533D20}" destId="{BB29B2B3-80EA-4A54-81AD-6A95F7198BDD}" srcOrd="0" destOrd="0" presId="urn:microsoft.com/office/officeart/2005/8/layout/hierarchy1"/>
    <dgm:cxn modelId="{09104049-CF27-4C6B-8B08-8A5F62C7BCC6}" type="presParOf" srcId="{BB29B2B3-80EA-4A54-81AD-6A95F7198BDD}" destId="{244F106B-E35D-4463-984B-1A07B7405B76}" srcOrd="0" destOrd="0" presId="urn:microsoft.com/office/officeart/2005/8/layout/hierarchy1"/>
    <dgm:cxn modelId="{8312A509-26A8-420A-A560-5BA05ECCB036}" type="presParOf" srcId="{BB29B2B3-80EA-4A54-81AD-6A95F7198BDD}" destId="{25F6C199-5881-4C56-B72B-3D061BD37B6E}" srcOrd="1" destOrd="0" presId="urn:microsoft.com/office/officeart/2005/8/layout/hierarchy1"/>
    <dgm:cxn modelId="{353311B5-DECC-42CB-913D-0E89375C6A93}" type="presParOf" srcId="{4B5017F1-7C99-4C6E-BC53-D4E3E0533D20}" destId="{7B091F61-8928-4FE5-BE31-6CCD7754AD50}" srcOrd="1" destOrd="0" presId="urn:microsoft.com/office/officeart/2005/8/layout/hierarchy1"/>
    <dgm:cxn modelId="{4D75E9C1-07C8-4447-A8C6-EA5EA5D8F848}" type="presParOf" srcId="{4FEA9CBD-40C0-4299-9C86-6D6C50EDF8CC}" destId="{1F69CB63-67A9-44B1-82F1-540221FEDDE8}" srcOrd="1" destOrd="0" presId="urn:microsoft.com/office/officeart/2005/8/layout/hierarchy1"/>
    <dgm:cxn modelId="{28BD1606-36C1-404B-BB87-E43AEDBFE3DE}" type="presParOf" srcId="{1F69CB63-67A9-44B1-82F1-540221FEDDE8}" destId="{DA7E7474-1BB4-4A23-A76F-AEB12E37F9F9}" srcOrd="0" destOrd="0" presId="urn:microsoft.com/office/officeart/2005/8/layout/hierarchy1"/>
    <dgm:cxn modelId="{A6786919-6167-4D56-980D-D63B397C2539}" type="presParOf" srcId="{DA7E7474-1BB4-4A23-A76F-AEB12E37F9F9}" destId="{C243DF91-67AE-45F9-BF4F-416DAEB296E0}" srcOrd="0" destOrd="0" presId="urn:microsoft.com/office/officeart/2005/8/layout/hierarchy1"/>
    <dgm:cxn modelId="{EAE818A4-3793-4B49-ADF3-34159BB51E6B}" type="presParOf" srcId="{DA7E7474-1BB4-4A23-A76F-AEB12E37F9F9}" destId="{D188BFAC-D40D-4E5C-B3A6-E944D6655A06}" srcOrd="1" destOrd="0" presId="urn:microsoft.com/office/officeart/2005/8/layout/hierarchy1"/>
    <dgm:cxn modelId="{F94E06B0-9275-4EF5-9711-87445725A6BB}" type="presParOf" srcId="{1F69CB63-67A9-44B1-82F1-540221FEDDE8}" destId="{3A515339-2341-40D7-B9F1-5F7B2114B8D1}" srcOrd="1" destOrd="0" presId="urn:microsoft.com/office/officeart/2005/8/layout/hierarchy1"/>
    <dgm:cxn modelId="{A2BA974F-259E-4B01-B6D2-B11C14D428A2}" type="presParOf" srcId="{4FEA9CBD-40C0-4299-9C86-6D6C50EDF8CC}" destId="{FEF0120E-64B5-4204-AAFB-D62D59D4A2BC}" srcOrd="2" destOrd="0" presId="urn:microsoft.com/office/officeart/2005/8/layout/hierarchy1"/>
    <dgm:cxn modelId="{5FBB4AD0-6A81-4AAC-BD32-CDA8506BFD57}" type="presParOf" srcId="{FEF0120E-64B5-4204-AAFB-D62D59D4A2BC}" destId="{D634A077-2C56-43AC-99DE-72EE076047AA}" srcOrd="0" destOrd="0" presId="urn:microsoft.com/office/officeart/2005/8/layout/hierarchy1"/>
    <dgm:cxn modelId="{5A175E0B-60C7-4491-A4DE-6576FE44D048}" type="presParOf" srcId="{D634A077-2C56-43AC-99DE-72EE076047AA}" destId="{07BD5244-8164-46A0-800F-BE55FAA94A01}" srcOrd="0" destOrd="0" presId="urn:microsoft.com/office/officeart/2005/8/layout/hierarchy1"/>
    <dgm:cxn modelId="{99610E2D-F557-4DBE-9730-66BDFCFD2DFB}" type="presParOf" srcId="{D634A077-2C56-43AC-99DE-72EE076047AA}" destId="{5FC8FAB0-3C8A-4660-8321-69A218ADA66D}" srcOrd="1" destOrd="0" presId="urn:microsoft.com/office/officeart/2005/8/layout/hierarchy1"/>
    <dgm:cxn modelId="{EF315D4C-CAE3-41BD-ADEB-D78464696B23}" type="presParOf" srcId="{FEF0120E-64B5-4204-AAFB-D62D59D4A2BC}" destId="{42CF8F7A-4729-4C6B-BAC6-37204B7820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9C94EB-9703-49BF-8F85-D3CAD4B99B73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7D7F888-7659-44ED-8CA0-9640C1AA4B0F}">
      <dgm:prSet/>
      <dgm:spPr/>
      <dgm:t>
        <a:bodyPr/>
        <a:lstStyle/>
        <a:p>
          <a:r>
            <a:rPr lang="en-IN" b="1" dirty="0"/>
            <a:t>Phase 1: Strategy &amp; Selection (Days 1–30)</a:t>
          </a:r>
        </a:p>
      </dgm:t>
    </dgm:pt>
    <dgm:pt modelId="{E57FDBBB-84B0-4D15-B686-9B200FE563A2}" type="parTrans" cxnId="{C90DC697-6676-4E31-A0CE-EA9B086BC220}">
      <dgm:prSet/>
      <dgm:spPr/>
      <dgm:t>
        <a:bodyPr/>
        <a:lstStyle/>
        <a:p>
          <a:endParaRPr lang="en-IN"/>
        </a:p>
      </dgm:t>
    </dgm:pt>
    <dgm:pt modelId="{79DB7DC5-FA8D-4694-8927-84EFCAAA2AD0}" type="sibTrans" cxnId="{C90DC697-6676-4E31-A0CE-EA9B086BC220}">
      <dgm:prSet/>
      <dgm:spPr/>
      <dgm:t>
        <a:bodyPr/>
        <a:lstStyle/>
        <a:p>
          <a:endParaRPr lang="en-IN"/>
        </a:p>
      </dgm:t>
    </dgm:pt>
    <dgm:pt modelId="{94202CB0-0576-4ECD-87BC-E78E07244E2A}">
      <dgm:prSet/>
      <dgm:spPr/>
      <dgm:t>
        <a:bodyPr/>
        <a:lstStyle/>
        <a:p>
          <a:r>
            <a:rPr lang="en-IN" b="1" dirty="0"/>
            <a:t>Needs Analysis:</a:t>
          </a:r>
          <a:r>
            <a:rPr lang="en-IN" dirty="0"/>
            <a:t> Survey stakeholders to identify "Must-Have" vs. "Nice-to-Have" features.</a:t>
          </a:r>
        </a:p>
      </dgm:t>
    </dgm:pt>
    <dgm:pt modelId="{87C7608D-BB0F-42F3-A7C7-29B0857C1B48}" type="parTrans" cxnId="{6B84B662-74DB-4BF6-BC9C-D674797DFF7C}">
      <dgm:prSet/>
      <dgm:spPr/>
      <dgm:t>
        <a:bodyPr/>
        <a:lstStyle/>
        <a:p>
          <a:endParaRPr lang="en-IN"/>
        </a:p>
      </dgm:t>
    </dgm:pt>
    <dgm:pt modelId="{7FA97DE4-5BE8-4499-8526-5031B6551948}" type="sibTrans" cxnId="{6B84B662-74DB-4BF6-BC9C-D674797DFF7C}">
      <dgm:prSet/>
      <dgm:spPr/>
      <dgm:t>
        <a:bodyPr/>
        <a:lstStyle/>
        <a:p>
          <a:endParaRPr lang="en-IN"/>
        </a:p>
      </dgm:t>
    </dgm:pt>
    <dgm:pt modelId="{501B8B64-78E4-4B85-A718-2562E4D250AA}">
      <dgm:prSet/>
      <dgm:spPr/>
      <dgm:t>
        <a:bodyPr/>
        <a:lstStyle/>
        <a:p>
          <a:r>
            <a:rPr lang="en-IN" b="1" dirty="0"/>
            <a:t>Build vs. Buy Decision:</a:t>
          </a:r>
          <a:r>
            <a:rPr lang="en-IN" dirty="0"/>
            <a:t> Use the </a:t>
          </a:r>
          <a:r>
            <a:rPr lang="en-IN" dirty="0">
              <a:hlinkClick xmlns:r="http://schemas.openxmlformats.org/officeDocument/2006/relationships" r:id="rId1"/>
            </a:rPr>
            <a:t>Comparison Table</a:t>
          </a:r>
          <a:r>
            <a:rPr lang="en-IN" dirty="0"/>
            <a:t> we discussed to finalize if you are developing custom or subscribing.</a:t>
          </a:r>
        </a:p>
      </dgm:t>
    </dgm:pt>
    <dgm:pt modelId="{7A08212B-39BF-487F-A8BD-0D19D703B1CB}" type="parTrans" cxnId="{CC413E6B-EFA4-4302-BEE3-462F5BD351BB}">
      <dgm:prSet/>
      <dgm:spPr/>
      <dgm:t>
        <a:bodyPr/>
        <a:lstStyle/>
        <a:p>
          <a:endParaRPr lang="en-IN"/>
        </a:p>
      </dgm:t>
    </dgm:pt>
    <dgm:pt modelId="{F9E9C8BA-FC87-4269-8E83-921185281EAA}" type="sibTrans" cxnId="{CC413E6B-EFA4-4302-BEE3-462F5BD351BB}">
      <dgm:prSet/>
      <dgm:spPr/>
      <dgm:t>
        <a:bodyPr/>
        <a:lstStyle/>
        <a:p>
          <a:endParaRPr lang="en-IN"/>
        </a:p>
      </dgm:t>
    </dgm:pt>
    <dgm:pt modelId="{11B4BAF7-8EA1-4594-8743-8CD539D53814}">
      <dgm:prSet/>
      <dgm:spPr/>
      <dgm:t>
        <a:bodyPr/>
        <a:lstStyle/>
        <a:p>
          <a:r>
            <a:rPr lang="en-IN" b="1" dirty="0"/>
            <a:t>Vendor/Tech Stack Selection:</a:t>
          </a:r>
          <a:r>
            <a:rPr lang="en-IN" dirty="0"/>
            <a:t> Shortlist 3 platforms or define your backend (e.g., </a:t>
          </a:r>
          <a:r>
            <a:rPr lang="en-IN" b="1" dirty="0"/>
            <a:t>Node.js/PostgreSQL</a:t>
          </a:r>
          <a:r>
            <a:rPr lang="en-IN" dirty="0"/>
            <a:t>).</a:t>
          </a:r>
        </a:p>
      </dgm:t>
    </dgm:pt>
    <dgm:pt modelId="{D6198F74-9DF3-4C1A-98D8-978B71E6A237}" type="parTrans" cxnId="{808D1475-21C4-47CE-B083-7E68D9CF897B}">
      <dgm:prSet/>
      <dgm:spPr/>
      <dgm:t>
        <a:bodyPr/>
        <a:lstStyle/>
        <a:p>
          <a:endParaRPr lang="en-IN"/>
        </a:p>
      </dgm:t>
    </dgm:pt>
    <dgm:pt modelId="{51BC4F8B-95DC-460E-95B5-E02C6CB393E1}" type="sibTrans" cxnId="{808D1475-21C4-47CE-B083-7E68D9CF897B}">
      <dgm:prSet/>
      <dgm:spPr/>
      <dgm:t>
        <a:bodyPr/>
        <a:lstStyle/>
        <a:p>
          <a:endParaRPr lang="en-IN"/>
        </a:p>
      </dgm:t>
    </dgm:pt>
    <dgm:pt modelId="{E2507831-B74D-409A-AF5A-24C709C01C79}">
      <dgm:prSet/>
      <dgm:spPr/>
      <dgm:t>
        <a:bodyPr/>
        <a:lstStyle/>
        <a:p>
          <a:r>
            <a:rPr lang="en-IN" b="1" dirty="0"/>
            <a:t>Content Audit:</a:t>
          </a:r>
          <a:r>
            <a:rPr lang="en-IN" dirty="0"/>
            <a:t> Review existing training materials to see what needs digitizing.</a:t>
          </a:r>
        </a:p>
      </dgm:t>
    </dgm:pt>
    <dgm:pt modelId="{88F729A9-533A-4AFD-A02B-AEE742B2FD81}" type="parTrans" cxnId="{8235CEF2-2095-4348-BE3A-0B1D7D5A65C3}">
      <dgm:prSet/>
      <dgm:spPr/>
      <dgm:t>
        <a:bodyPr/>
        <a:lstStyle/>
        <a:p>
          <a:endParaRPr lang="en-IN"/>
        </a:p>
      </dgm:t>
    </dgm:pt>
    <dgm:pt modelId="{CDBDE7C7-84DE-43BB-BBEE-77E92A73CCD5}" type="sibTrans" cxnId="{8235CEF2-2095-4348-BE3A-0B1D7D5A65C3}">
      <dgm:prSet/>
      <dgm:spPr/>
      <dgm:t>
        <a:bodyPr/>
        <a:lstStyle/>
        <a:p>
          <a:endParaRPr lang="en-IN"/>
        </a:p>
      </dgm:t>
    </dgm:pt>
    <dgm:pt modelId="{C496C66B-9E58-4144-B374-0CA096EBD64A}">
      <dgm:prSet/>
      <dgm:spPr/>
      <dgm:t>
        <a:bodyPr/>
        <a:lstStyle/>
        <a:p>
          <a:r>
            <a:rPr lang="en-IN" b="1" dirty="0"/>
            <a:t>Phase 2: Development &amp; Content Curation (Days 31–60)</a:t>
          </a:r>
        </a:p>
      </dgm:t>
    </dgm:pt>
    <dgm:pt modelId="{A724E80E-8FAA-43D7-8F7E-8B344B68BF0F}" type="parTrans" cxnId="{7AEDF9FF-67AB-42A1-809A-BD182D41733D}">
      <dgm:prSet/>
      <dgm:spPr/>
      <dgm:t>
        <a:bodyPr/>
        <a:lstStyle/>
        <a:p>
          <a:endParaRPr lang="en-IN"/>
        </a:p>
      </dgm:t>
    </dgm:pt>
    <dgm:pt modelId="{9BF4D0A6-E374-43E9-9CE4-F908874F2695}" type="sibTrans" cxnId="{7AEDF9FF-67AB-42A1-809A-BD182D41733D}">
      <dgm:prSet/>
      <dgm:spPr/>
      <dgm:t>
        <a:bodyPr/>
        <a:lstStyle/>
        <a:p>
          <a:endParaRPr lang="en-IN"/>
        </a:p>
      </dgm:t>
    </dgm:pt>
    <dgm:pt modelId="{CB424544-68DD-4C22-A8B2-3165C1DB0BC7}">
      <dgm:prSet/>
      <dgm:spPr/>
      <dgm:t>
        <a:bodyPr/>
        <a:lstStyle/>
        <a:p>
          <a:r>
            <a:rPr lang="en-IN" b="1" dirty="0"/>
            <a:t>MVP Development (If Building):</a:t>
          </a:r>
          <a:r>
            <a:rPr lang="en-IN" dirty="0"/>
            <a:t> Focus on the core user journey—login, course viewing, and simple tracking.</a:t>
          </a:r>
        </a:p>
      </dgm:t>
    </dgm:pt>
    <dgm:pt modelId="{43E76F8E-F3FA-4A8A-A09B-A1C6FE9028B5}" type="parTrans" cxnId="{2FB2F584-06DD-42DB-A0A5-142CF881A05B}">
      <dgm:prSet/>
      <dgm:spPr/>
      <dgm:t>
        <a:bodyPr/>
        <a:lstStyle/>
        <a:p>
          <a:endParaRPr lang="en-IN"/>
        </a:p>
      </dgm:t>
    </dgm:pt>
    <dgm:pt modelId="{DA1F08E5-958D-446B-AB73-60F928FE99F6}" type="sibTrans" cxnId="{2FB2F584-06DD-42DB-A0A5-142CF881A05B}">
      <dgm:prSet/>
      <dgm:spPr/>
      <dgm:t>
        <a:bodyPr/>
        <a:lstStyle/>
        <a:p>
          <a:endParaRPr lang="en-IN"/>
        </a:p>
      </dgm:t>
    </dgm:pt>
    <dgm:pt modelId="{DDB3AFE9-6C78-4764-96E0-6C775EBF7A29}">
      <dgm:prSet/>
      <dgm:spPr/>
      <dgm:t>
        <a:bodyPr/>
        <a:lstStyle/>
        <a:p>
          <a:r>
            <a:rPr lang="en-IN" b="1" dirty="0"/>
            <a:t>Platform Configuration (If Buying):</a:t>
          </a:r>
          <a:r>
            <a:rPr lang="en-IN" dirty="0"/>
            <a:t> Set up branding, user groups, and security permissions.</a:t>
          </a:r>
        </a:p>
      </dgm:t>
    </dgm:pt>
    <dgm:pt modelId="{D29AA9E0-09EA-4230-8FC5-152D6FE40C6F}" type="parTrans" cxnId="{B7AB8FA6-94B0-45D7-92E1-48BE0563A48C}">
      <dgm:prSet/>
      <dgm:spPr/>
      <dgm:t>
        <a:bodyPr/>
        <a:lstStyle/>
        <a:p>
          <a:endParaRPr lang="en-IN"/>
        </a:p>
      </dgm:t>
    </dgm:pt>
    <dgm:pt modelId="{E87171AA-2BB8-4B8D-ABD3-F9960215FAE0}" type="sibTrans" cxnId="{B7AB8FA6-94B0-45D7-92E1-48BE0563A48C}">
      <dgm:prSet/>
      <dgm:spPr/>
      <dgm:t>
        <a:bodyPr/>
        <a:lstStyle/>
        <a:p>
          <a:endParaRPr lang="en-IN"/>
        </a:p>
      </dgm:t>
    </dgm:pt>
    <dgm:pt modelId="{FF4E7B01-0D05-4B38-B0D0-AB9676E9E3BD}">
      <dgm:prSet/>
      <dgm:spPr/>
      <dgm:t>
        <a:bodyPr/>
        <a:lstStyle/>
        <a:p>
          <a:r>
            <a:rPr lang="en-IN" b="1" dirty="0"/>
            <a:t>Content "Hero" Course:</a:t>
          </a:r>
          <a:r>
            <a:rPr lang="en-IN" dirty="0"/>
            <a:t> Develop one high-quality pilot course to test the platform's interactive features.</a:t>
          </a:r>
        </a:p>
      </dgm:t>
    </dgm:pt>
    <dgm:pt modelId="{A67AB861-9CE2-4526-8975-D604E2BAFC29}" type="parTrans" cxnId="{6D68A1AB-2356-4CC1-B6D6-FACDD1711CFB}">
      <dgm:prSet/>
      <dgm:spPr/>
      <dgm:t>
        <a:bodyPr/>
        <a:lstStyle/>
        <a:p>
          <a:endParaRPr lang="en-IN"/>
        </a:p>
      </dgm:t>
    </dgm:pt>
    <dgm:pt modelId="{486B8B1C-C7FA-4BAE-90D0-EA75F3B58CC2}" type="sibTrans" cxnId="{6D68A1AB-2356-4CC1-B6D6-FACDD1711CFB}">
      <dgm:prSet/>
      <dgm:spPr/>
      <dgm:t>
        <a:bodyPr/>
        <a:lstStyle/>
        <a:p>
          <a:endParaRPr lang="en-IN"/>
        </a:p>
      </dgm:t>
    </dgm:pt>
    <dgm:pt modelId="{AE4F2427-3F21-4832-BD5E-37E5C4E89808}">
      <dgm:prSet/>
      <dgm:spPr/>
      <dgm:t>
        <a:bodyPr/>
        <a:lstStyle/>
        <a:p>
          <a:r>
            <a:rPr lang="en-IN" b="1" dirty="0"/>
            <a:t>User Acceptance Testing (UAT):</a:t>
          </a:r>
          <a:r>
            <a:rPr lang="en-IN" dirty="0"/>
            <a:t> Have a small group of "power users" break the system and provide feedback.</a:t>
          </a:r>
        </a:p>
      </dgm:t>
    </dgm:pt>
    <dgm:pt modelId="{64F70D48-039B-40BB-80DA-DD3971BF6948}" type="parTrans" cxnId="{56392CB5-E087-434B-A1F4-A0BB6BFA0A38}">
      <dgm:prSet/>
      <dgm:spPr/>
      <dgm:t>
        <a:bodyPr/>
        <a:lstStyle/>
        <a:p>
          <a:endParaRPr lang="en-IN"/>
        </a:p>
      </dgm:t>
    </dgm:pt>
    <dgm:pt modelId="{D151FBBE-DD1B-4E6C-A90F-0F9D6661AE6A}" type="sibTrans" cxnId="{56392CB5-E087-434B-A1F4-A0BB6BFA0A38}">
      <dgm:prSet/>
      <dgm:spPr/>
      <dgm:t>
        <a:bodyPr/>
        <a:lstStyle/>
        <a:p>
          <a:endParaRPr lang="en-IN"/>
        </a:p>
      </dgm:t>
    </dgm:pt>
    <dgm:pt modelId="{E3A40D49-E099-48F4-ABE8-8687FFC5AE77}">
      <dgm:prSet/>
      <dgm:spPr/>
      <dgm:t>
        <a:bodyPr/>
        <a:lstStyle/>
        <a:p>
          <a:r>
            <a:rPr lang="en-IN" b="1" dirty="0"/>
            <a:t>Phase 3: Launch &amp; Optimization (Days 61–90)</a:t>
          </a:r>
        </a:p>
      </dgm:t>
    </dgm:pt>
    <dgm:pt modelId="{220BEDBC-AC7C-479B-842B-312F35BB3DC6}" type="parTrans" cxnId="{9A5A768A-687D-491F-B8C7-1A82B2880D96}">
      <dgm:prSet/>
      <dgm:spPr/>
      <dgm:t>
        <a:bodyPr/>
        <a:lstStyle/>
        <a:p>
          <a:endParaRPr lang="en-IN"/>
        </a:p>
      </dgm:t>
    </dgm:pt>
    <dgm:pt modelId="{FB0581D1-711E-4EA8-809F-C0C726B2CDED}" type="sibTrans" cxnId="{9A5A768A-687D-491F-B8C7-1A82B2880D96}">
      <dgm:prSet/>
      <dgm:spPr/>
      <dgm:t>
        <a:bodyPr/>
        <a:lstStyle/>
        <a:p>
          <a:endParaRPr lang="en-IN"/>
        </a:p>
      </dgm:t>
    </dgm:pt>
    <dgm:pt modelId="{5A784C14-AB34-47A0-9971-5FAA38519F28}">
      <dgm:prSet/>
      <dgm:spPr/>
      <dgm:t>
        <a:bodyPr/>
        <a:lstStyle/>
        <a:p>
          <a:r>
            <a:rPr lang="en-IN" b="1" dirty="0"/>
            <a:t>Data Migration:</a:t>
          </a:r>
          <a:r>
            <a:rPr lang="en-IN" dirty="0"/>
            <a:t> Upload user lists and historical training records.</a:t>
          </a:r>
        </a:p>
      </dgm:t>
    </dgm:pt>
    <dgm:pt modelId="{67F51E11-AC07-4F91-97AF-2F72EBD97BB3}" type="parTrans" cxnId="{98C4F268-C416-4EDD-A9DC-776A72CBE608}">
      <dgm:prSet/>
      <dgm:spPr/>
      <dgm:t>
        <a:bodyPr/>
        <a:lstStyle/>
        <a:p>
          <a:endParaRPr lang="en-IN"/>
        </a:p>
      </dgm:t>
    </dgm:pt>
    <dgm:pt modelId="{43DE7D17-555D-4B65-82E0-8682305EF097}" type="sibTrans" cxnId="{98C4F268-C416-4EDD-A9DC-776A72CBE608}">
      <dgm:prSet/>
      <dgm:spPr/>
      <dgm:t>
        <a:bodyPr/>
        <a:lstStyle/>
        <a:p>
          <a:endParaRPr lang="en-IN"/>
        </a:p>
      </dgm:t>
    </dgm:pt>
    <dgm:pt modelId="{EF40E98F-626A-4F8D-BF53-79B9750BE034}">
      <dgm:prSet/>
      <dgm:spPr/>
      <dgm:t>
        <a:bodyPr/>
        <a:lstStyle/>
        <a:p>
          <a:r>
            <a:rPr lang="en-IN" b="1" dirty="0"/>
            <a:t>Soft Launch:</a:t>
          </a:r>
          <a:r>
            <a:rPr lang="en-IN" dirty="0"/>
            <a:t> Release the platform to one department to monitor server load and support tickets.</a:t>
          </a:r>
        </a:p>
      </dgm:t>
    </dgm:pt>
    <dgm:pt modelId="{0331F9CE-B6F0-4909-9CDD-83A3A425203F}" type="parTrans" cxnId="{482635A2-AD02-49DD-8A6D-341AD8A50998}">
      <dgm:prSet/>
      <dgm:spPr/>
      <dgm:t>
        <a:bodyPr/>
        <a:lstStyle/>
        <a:p>
          <a:endParaRPr lang="en-IN"/>
        </a:p>
      </dgm:t>
    </dgm:pt>
    <dgm:pt modelId="{4498B13D-6369-4B5B-9FD9-10F6FF9779C1}" type="sibTrans" cxnId="{482635A2-AD02-49DD-8A6D-341AD8A50998}">
      <dgm:prSet/>
      <dgm:spPr/>
      <dgm:t>
        <a:bodyPr/>
        <a:lstStyle/>
        <a:p>
          <a:endParaRPr lang="en-IN"/>
        </a:p>
      </dgm:t>
    </dgm:pt>
    <dgm:pt modelId="{7FD85846-A817-44A8-9214-64F93D5472B8}">
      <dgm:prSet/>
      <dgm:spPr/>
      <dgm:t>
        <a:bodyPr/>
        <a:lstStyle/>
        <a:p>
          <a:r>
            <a:rPr lang="en-IN" b="1" dirty="0"/>
            <a:t>Full Launch:</a:t>
          </a:r>
          <a:r>
            <a:rPr lang="en-IN" dirty="0"/>
            <a:t> Company-wide rollout accompanied by a "How-To" webinar.</a:t>
          </a:r>
        </a:p>
      </dgm:t>
    </dgm:pt>
    <dgm:pt modelId="{6B510DF9-F974-43A2-B094-2BC6563B7850}" type="parTrans" cxnId="{65E23E44-D100-472E-B315-305F218EFCA4}">
      <dgm:prSet/>
      <dgm:spPr/>
      <dgm:t>
        <a:bodyPr/>
        <a:lstStyle/>
        <a:p>
          <a:endParaRPr lang="en-IN"/>
        </a:p>
      </dgm:t>
    </dgm:pt>
    <dgm:pt modelId="{1B78EBF6-43C9-4AE3-994D-109EE4C7F94A}" type="sibTrans" cxnId="{65E23E44-D100-472E-B315-305F218EFCA4}">
      <dgm:prSet/>
      <dgm:spPr/>
      <dgm:t>
        <a:bodyPr/>
        <a:lstStyle/>
        <a:p>
          <a:endParaRPr lang="en-IN"/>
        </a:p>
      </dgm:t>
    </dgm:pt>
    <dgm:pt modelId="{89CD1AE6-2B28-4D54-93E2-8BDE63C88376}">
      <dgm:prSet/>
      <dgm:spPr/>
      <dgm:t>
        <a:bodyPr/>
        <a:lstStyle/>
        <a:p>
          <a:r>
            <a:rPr lang="en-IN" b="1" dirty="0"/>
            <a:t>Review Cycle:</a:t>
          </a:r>
          <a:r>
            <a:rPr lang="en-IN" dirty="0"/>
            <a:t> At Day 90, </a:t>
          </a:r>
          <a:r>
            <a:rPr lang="en-IN" dirty="0" err="1"/>
            <a:t>analyze</a:t>
          </a:r>
          <a:r>
            <a:rPr lang="en-IN" dirty="0"/>
            <a:t> the first month of data to identify which modules have the highest drop-off rates.</a:t>
          </a:r>
        </a:p>
      </dgm:t>
    </dgm:pt>
    <dgm:pt modelId="{E7C25B71-9F34-42E5-8417-E8A04146BA40}" type="parTrans" cxnId="{FC9733ED-9486-45B6-ADE0-A1728D4245D7}">
      <dgm:prSet/>
      <dgm:spPr/>
      <dgm:t>
        <a:bodyPr/>
        <a:lstStyle/>
        <a:p>
          <a:endParaRPr lang="en-IN"/>
        </a:p>
      </dgm:t>
    </dgm:pt>
    <dgm:pt modelId="{DB8F1103-BFF0-4DAC-BAC1-937805377679}" type="sibTrans" cxnId="{FC9733ED-9486-45B6-ADE0-A1728D4245D7}">
      <dgm:prSet/>
      <dgm:spPr/>
      <dgm:t>
        <a:bodyPr/>
        <a:lstStyle/>
        <a:p>
          <a:endParaRPr lang="en-IN"/>
        </a:p>
      </dgm:t>
    </dgm:pt>
    <dgm:pt modelId="{650497FE-A24C-4865-9310-17CC6447B25E}" type="pres">
      <dgm:prSet presAssocID="{ED9C94EB-9703-49BF-8F85-D3CAD4B99B73}" presName="rootnode" presStyleCnt="0">
        <dgm:presLayoutVars>
          <dgm:chMax/>
          <dgm:chPref/>
          <dgm:dir/>
          <dgm:animLvl val="lvl"/>
        </dgm:presLayoutVars>
      </dgm:prSet>
      <dgm:spPr/>
    </dgm:pt>
    <dgm:pt modelId="{95822273-9D96-4FA9-BB16-5E9CE442F428}" type="pres">
      <dgm:prSet presAssocID="{97D7F888-7659-44ED-8CA0-9640C1AA4B0F}" presName="composite" presStyleCnt="0"/>
      <dgm:spPr/>
    </dgm:pt>
    <dgm:pt modelId="{7A574EDA-57A0-448C-B7CA-914C3BBFDA8F}" type="pres">
      <dgm:prSet presAssocID="{97D7F888-7659-44ED-8CA0-9640C1AA4B0F}" presName="LShape" presStyleLbl="alignNode1" presStyleIdx="0" presStyleCnt="5"/>
      <dgm:spPr/>
    </dgm:pt>
    <dgm:pt modelId="{F4FF0413-B518-42D4-9433-AF8F1616E60E}" type="pres">
      <dgm:prSet presAssocID="{97D7F888-7659-44ED-8CA0-9640C1AA4B0F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D5033781-618B-489A-8E84-56E6B12139B9}" type="pres">
      <dgm:prSet presAssocID="{97D7F888-7659-44ED-8CA0-9640C1AA4B0F}" presName="Triangle" presStyleLbl="alignNode1" presStyleIdx="1" presStyleCnt="5"/>
      <dgm:spPr/>
    </dgm:pt>
    <dgm:pt modelId="{D5B88FA1-7A85-43CC-A8D9-4AC089FACBA6}" type="pres">
      <dgm:prSet presAssocID="{79DB7DC5-FA8D-4694-8927-84EFCAAA2AD0}" presName="sibTrans" presStyleCnt="0"/>
      <dgm:spPr/>
    </dgm:pt>
    <dgm:pt modelId="{38E75C61-9756-457D-8E6B-0EEA5D53F8A8}" type="pres">
      <dgm:prSet presAssocID="{79DB7DC5-FA8D-4694-8927-84EFCAAA2AD0}" presName="space" presStyleCnt="0"/>
      <dgm:spPr/>
    </dgm:pt>
    <dgm:pt modelId="{43836D00-B70E-4B57-A38E-60EF00763AD5}" type="pres">
      <dgm:prSet presAssocID="{C496C66B-9E58-4144-B374-0CA096EBD64A}" presName="composite" presStyleCnt="0"/>
      <dgm:spPr/>
    </dgm:pt>
    <dgm:pt modelId="{ACAA0D49-C76B-4BBD-AFC1-0141FF55A535}" type="pres">
      <dgm:prSet presAssocID="{C496C66B-9E58-4144-B374-0CA096EBD64A}" presName="LShape" presStyleLbl="alignNode1" presStyleIdx="2" presStyleCnt="5"/>
      <dgm:spPr/>
    </dgm:pt>
    <dgm:pt modelId="{44E80B8C-A264-4988-B294-FA992BC1D26D}" type="pres">
      <dgm:prSet presAssocID="{C496C66B-9E58-4144-B374-0CA096EBD64A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996CD28-F47B-4EA9-A542-091D44A563B7}" type="pres">
      <dgm:prSet presAssocID="{C496C66B-9E58-4144-B374-0CA096EBD64A}" presName="Triangle" presStyleLbl="alignNode1" presStyleIdx="3" presStyleCnt="5"/>
      <dgm:spPr/>
    </dgm:pt>
    <dgm:pt modelId="{76AA98FA-F936-4237-AB0B-1B2D2D27E0EF}" type="pres">
      <dgm:prSet presAssocID="{9BF4D0A6-E374-43E9-9CE4-F908874F2695}" presName="sibTrans" presStyleCnt="0"/>
      <dgm:spPr/>
    </dgm:pt>
    <dgm:pt modelId="{FF654868-3602-4F2C-A355-6C7992742C0F}" type="pres">
      <dgm:prSet presAssocID="{9BF4D0A6-E374-43E9-9CE4-F908874F2695}" presName="space" presStyleCnt="0"/>
      <dgm:spPr/>
    </dgm:pt>
    <dgm:pt modelId="{34AE967E-8836-40EA-91BC-5B50E3EE57D3}" type="pres">
      <dgm:prSet presAssocID="{E3A40D49-E099-48F4-ABE8-8687FFC5AE77}" presName="composite" presStyleCnt="0"/>
      <dgm:spPr/>
    </dgm:pt>
    <dgm:pt modelId="{E48C40E6-010F-48E4-9599-259ABD57ABD3}" type="pres">
      <dgm:prSet presAssocID="{E3A40D49-E099-48F4-ABE8-8687FFC5AE77}" presName="LShape" presStyleLbl="alignNode1" presStyleIdx="4" presStyleCnt="5"/>
      <dgm:spPr/>
    </dgm:pt>
    <dgm:pt modelId="{F9E6C8BF-6F16-4759-920A-0F840461BFA5}" type="pres">
      <dgm:prSet presAssocID="{E3A40D49-E099-48F4-ABE8-8687FFC5AE77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9E33121-D973-4181-BB31-F6BE2E885B61}" type="presOf" srcId="{E2507831-B74D-409A-AF5A-24C709C01C79}" destId="{F4FF0413-B518-42D4-9433-AF8F1616E60E}" srcOrd="0" destOrd="4" presId="urn:microsoft.com/office/officeart/2009/3/layout/StepUpProcess"/>
    <dgm:cxn modelId="{0331E122-67BC-4A5D-B35D-7C5778E6D84A}" type="presOf" srcId="{89CD1AE6-2B28-4D54-93E2-8BDE63C88376}" destId="{F9E6C8BF-6F16-4759-920A-0F840461BFA5}" srcOrd="0" destOrd="4" presId="urn:microsoft.com/office/officeart/2009/3/layout/StepUpProcess"/>
    <dgm:cxn modelId="{7FD3CD2D-751B-4DC3-B4A5-A00BEEE79857}" type="presOf" srcId="{EF40E98F-626A-4F8D-BF53-79B9750BE034}" destId="{F9E6C8BF-6F16-4759-920A-0F840461BFA5}" srcOrd="0" destOrd="2" presId="urn:microsoft.com/office/officeart/2009/3/layout/StepUpProcess"/>
    <dgm:cxn modelId="{EA0A4C5D-FF1C-4607-8CA3-B43EB5826FEC}" type="presOf" srcId="{FF4E7B01-0D05-4B38-B0D0-AB9676E9E3BD}" destId="{44E80B8C-A264-4988-B294-FA992BC1D26D}" srcOrd="0" destOrd="3" presId="urn:microsoft.com/office/officeart/2009/3/layout/StepUpProcess"/>
    <dgm:cxn modelId="{6B84B662-74DB-4BF6-BC9C-D674797DFF7C}" srcId="{97D7F888-7659-44ED-8CA0-9640C1AA4B0F}" destId="{94202CB0-0576-4ECD-87BC-E78E07244E2A}" srcOrd="0" destOrd="0" parTransId="{87C7608D-BB0F-42F3-A7C7-29B0857C1B48}" sibTransId="{7FA97DE4-5BE8-4499-8526-5031B6551948}"/>
    <dgm:cxn modelId="{65E23E44-D100-472E-B315-305F218EFCA4}" srcId="{E3A40D49-E099-48F4-ABE8-8687FFC5AE77}" destId="{7FD85846-A817-44A8-9214-64F93D5472B8}" srcOrd="2" destOrd="0" parTransId="{6B510DF9-F974-43A2-B094-2BC6563B7850}" sibTransId="{1B78EBF6-43C9-4AE3-994D-109EE4C7F94A}"/>
    <dgm:cxn modelId="{3FC47366-1543-4A18-82B9-9405FAD99F40}" type="presOf" srcId="{7FD85846-A817-44A8-9214-64F93D5472B8}" destId="{F9E6C8BF-6F16-4759-920A-0F840461BFA5}" srcOrd="0" destOrd="3" presId="urn:microsoft.com/office/officeart/2009/3/layout/StepUpProcess"/>
    <dgm:cxn modelId="{98C4F268-C416-4EDD-A9DC-776A72CBE608}" srcId="{E3A40D49-E099-48F4-ABE8-8687FFC5AE77}" destId="{5A784C14-AB34-47A0-9971-5FAA38519F28}" srcOrd="0" destOrd="0" parTransId="{67F51E11-AC07-4F91-97AF-2F72EBD97BB3}" sibTransId="{43DE7D17-555D-4B65-82E0-8682305EF097}"/>
    <dgm:cxn modelId="{CC413E6B-EFA4-4302-BEE3-462F5BD351BB}" srcId="{97D7F888-7659-44ED-8CA0-9640C1AA4B0F}" destId="{501B8B64-78E4-4B85-A718-2562E4D250AA}" srcOrd="1" destOrd="0" parTransId="{7A08212B-39BF-487F-A8BD-0D19D703B1CB}" sibTransId="{F9E9C8BA-FC87-4269-8E83-921185281EAA}"/>
    <dgm:cxn modelId="{32863C6D-6D58-4D18-ACBA-E5559F420E39}" type="presOf" srcId="{ED9C94EB-9703-49BF-8F85-D3CAD4B99B73}" destId="{650497FE-A24C-4865-9310-17CC6447B25E}" srcOrd="0" destOrd="0" presId="urn:microsoft.com/office/officeart/2009/3/layout/StepUpProcess"/>
    <dgm:cxn modelId="{808D1475-21C4-47CE-B083-7E68D9CF897B}" srcId="{97D7F888-7659-44ED-8CA0-9640C1AA4B0F}" destId="{11B4BAF7-8EA1-4594-8743-8CD539D53814}" srcOrd="2" destOrd="0" parTransId="{D6198F74-9DF3-4C1A-98D8-978B71E6A237}" sibTransId="{51BC4F8B-95DC-460E-95B5-E02C6CB393E1}"/>
    <dgm:cxn modelId="{030FE375-D417-48C8-9432-7444B2B25519}" type="presOf" srcId="{E3A40D49-E099-48F4-ABE8-8687FFC5AE77}" destId="{F9E6C8BF-6F16-4759-920A-0F840461BFA5}" srcOrd="0" destOrd="0" presId="urn:microsoft.com/office/officeart/2009/3/layout/StepUpProcess"/>
    <dgm:cxn modelId="{842F6076-86E3-4A38-82BE-EA505A928D69}" type="presOf" srcId="{11B4BAF7-8EA1-4594-8743-8CD539D53814}" destId="{F4FF0413-B518-42D4-9433-AF8F1616E60E}" srcOrd="0" destOrd="3" presId="urn:microsoft.com/office/officeart/2009/3/layout/StepUpProcess"/>
    <dgm:cxn modelId="{2FB2F584-06DD-42DB-A0A5-142CF881A05B}" srcId="{C496C66B-9E58-4144-B374-0CA096EBD64A}" destId="{CB424544-68DD-4C22-A8B2-3165C1DB0BC7}" srcOrd="0" destOrd="0" parTransId="{43E76F8E-F3FA-4A8A-A09B-A1C6FE9028B5}" sibTransId="{DA1F08E5-958D-446B-AB73-60F928FE99F6}"/>
    <dgm:cxn modelId="{37050687-ED81-4CFC-A76A-157B1861AAE0}" type="presOf" srcId="{5A784C14-AB34-47A0-9971-5FAA38519F28}" destId="{F9E6C8BF-6F16-4759-920A-0F840461BFA5}" srcOrd="0" destOrd="1" presId="urn:microsoft.com/office/officeart/2009/3/layout/StepUpProcess"/>
    <dgm:cxn modelId="{9A5A768A-687D-491F-B8C7-1A82B2880D96}" srcId="{ED9C94EB-9703-49BF-8F85-D3CAD4B99B73}" destId="{E3A40D49-E099-48F4-ABE8-8687FFC5AE77}" srcOrd="2" destOrd="0" parTransId="{220BEDBC-AC7C-479B-842B-312F35BB3DC6}" sibTransId="{FB0581D1-711E-4EA8-809F-C0C726B2CDED}"/>
    <dgm:cxn modelId="{1B789295-C1F6-4A20-AEA2-F15F0F61AE4F}" type="presOf" srcId="{501B8B64-78E4-4B85-A718-2562E4D250AA}" destId="{F4FF0413-B518-42D4-9433-AF8F1616E60E}" srcOrd="0" destOrd="2" presId="urn:microsoft.com/office/officeart/2009/3/layout/StepUpProcess"/>
    <dgm:cxn modelId="{C90DC697-6676-4E31-A0CE-EA9B086BC220}" srcId="{ED9C94EB-9703-49BF-8F85-D3CAD4B99B73}" destId="{97D7F888-7659-44ED-8CA0-9640C1AA4B0F}" srcOrd="0" destOrd="0" parTransId="{E57FDBBB-84B0-4D15-B686-9B200FE563A2}" sibTransId="{79DB7DC5-FA8D-4694-8927-84EFCAAA2AD0}"/>
    <dgm:cxn modelId="{0B211B98-18F1-4B79-8B31-563A2ED71319}" type="presOf" srcId="{97D7F888-7659-44ED-8CA0-9640C1AA4B0F}" destId="{F4FF0413-B518-42D4-9433-AF8F1616E60E}" srcOrd="0" destOrd="0" presId="urn:microsoft.com/office/officeart/2009/3/layout/StepUpProcess"/>
    <dgm:cxn modelId="{C91F7098-6F3B-4AA4-B20F-08096D7EF980}" type="presOf" srcId="{94202CB0-0576-4ECD-87BC-E78E07244E2A}" destId="{F4FF0413-B518-42D4-9433-AF8F1616E60E}" srcOrd="0" destOrd="1" presId="urn:microsoft.com/office/officeart/2009/3/layout/StepUpProcess"/>
    <dgm:cxn modelId="{14989F9D-7563-4726-BA37-82DCEF9ACF1D}" type="presOf" srcId="{CB424544-68DD-4C22-A8B2-3165C1DB0BC7}" destId="{44E80B8C-A264-4988-B294-FA992BC1D26D}" srcOrd="0" destOrd="1" presId="urn:microsoft.com/office/officeart/2009/3/layout/StepUpProcess"/>
    <dgm:cxn modelId="{482635A2-AD02-49DD-8A6D-341AD8A50998}" srcId="{E3A40D49-E099-48F4-ABE8-8687FFC5AE77}" destId="{EF40E98F-626A-4F8D-BF53-79B9750BE034}" srcOrd="1" destOrd="0" parTransId="{0331F9CE-B6F0-4909-9CDD-83A3A425203F}" sibTransId="{4498B13D-6369-4B5B-9FD9-10F6FF9779C1}"/>
    <dgm:cxn modelId="{B7AB8FA6-94B0-45D7-92E1-48BE0563A48C}" srcId="{C496C66B-9E58-4144-B374-0CA096EBD64A}" destId="{DDB3AFE9-6C78-4764-96E0-6C775EBF7A29}" srcOrd="1" destOrd="0" parTransId="{D29AA9E0-09EA-4230-8FC5-152D6FE40C6F}" sibTransId="{E87171AA-2BB8-4B8D-ABD3-F9960215FAE0}"/>
    <dgm:cxn modelId="{6D68A1AB-2356-4CC1-B6D6-FACDD1711CFB}" srcId="{C496C66B-9E58-4144-B374-0CA096EBD64A}" destId="{FF4E7B01-0D05-4B38-B0D0-AB9676E9E3BD}" srcOrd="2" destOrd="0" parTransId="{A67AB861-9CE2-4526-8975-D604E2BAFC29}" sibTransId="{486B8B1C-C7FA-4BAE-90D0-EA75F3B58CC2}"/>
    <dgm:cxn modelId="{56392CB5-E087-434B-A1F4-A0BB6BFA0A38}" srcId="{C496C66B-9E58-4144-B374-0CA096EBD64A}" destId="{AE4F2427-3F21-4832-BD5E-37E5C4E89808}" srcOrd="3" destOrd="0" parTransId="{64F70D48-039B-40BB-80DA-DD3971BF6948}" sibTransId="{D151FBBE-DD1B-4E6C-A90F-0F9D6661AE6A}"/>
    <dgm:cxn modelId="{CC8DC0E5-A203-42C8-B905-060BF7426B36}" type="presOf" srcId="{C496C66B-9E58-4144-B374-0CA096EBD64A}" destId="{44E80B8C-A264-4988-B294-FA992BC1D26D}" srcOrd="0" destOrd="0" presId="urn:microsoft.com/office/officeart/2009/3/layout/StepUpProcess"/>
    <dgm:cxn modelId="{499898E9-09C6-446F-B925-7379A60F4755}" type="presOf" srcId="{DDB3AFE9-6C78-4764-96E0-6C775EBF7A29}" destId="{44E80B8C-A264-4988-B294-FA992BC1D26D}" srcOrd="0" destOrd="2" presId="urn:microsoft.com/office/officeart/2009/3/layout/StepUpProcess"/>
    <dgm:cxn modelId="{FC9733ED-9486-45B6-ADE0-A1728D4245D7}" srcId="{E3A40D49-E099-48F4-ABE8-8687FFC5AE77}" destId="{89CD1AE6-2B28-4D54-93E2-8BDE63C88376}" srcOrd="3" destOrd="0" parTransId="{E7C25B71-9F34-42E5-8417-E8A04146BA40}" sibTransId="{DB8F1103-BFF0-4DAC-BAC1-937805377679}"/>
    <dgm:cxn modelId="{8235CEF2-2095-4348-BE3A-0B1D7D5A65C3}" srcId="{97D7F888-7659-44ED-8CA0-9640C1AA4B0F}" destId="{E2507831-B74D-409A-AF5A-24C709C01C79}" srcOrd="3" destOrd="0" parTransId="{88F729A9-533A-4AFD-A02B-AEE742B2FD81}" sibTransId="{CDBDE7C7-84DE-43BB-BBEE-77E92A73CCD5}"/>
    <dgm:cxn modelId="{3086CCFF-04B7-4A21-A270-7F4A29DB80B5}" type="presOf" srcId="{AE4F2427-3F21-4832-BD5E-37E5C4E89808}" destId="{44E80B8C-A264-4988-B294-FA992BC1D26D}" srcOrd="0" destOrd="4" presId="urn:microsoft.com/office/officeart/2009/3/layout/StepUpProcess"/>
    <dgm:cxn modelId="{7AEDF9FF-67AB-42A1-809A-BD182D41733D}" srcId="{ED9C94EB-9703-49BF-8F85-D3CAD4B99B73}" destId="{C496C66B-9E58-4144-B374-0CA096EBD64A}" srcOrd="1" destOrd="0" parTransId="{A724E80E-8FAA-43D7-8F7E-8B344B68BF0F}" sibTransId="{9BF4D0A6-E374-43E9-9CE4-F908874F2695}"/>
    <dgm:cxn modelId="{2B813213-D817-40B1-971F-848EE73A41BF}" type="presParOf" srcId="{650497FE-A24C-4865-9310-17CC6447B25E}" destId="{95822273-9D96-4FA9-BB16-5E9CE442F428}" srcOrd="0" destOrd="0" presId="urn:microsoft.com/office/officeart/2009/3/layout/StepUpProcess"/>
    <dgm:cxn modelId="{D7206697-BD0A-458C-806F-73A983C7B2C7}" type="presParOf" srcId="{95822273-9D96-4FA9-BB16-5E9CE442F428}" destId="{7A574EDA-57A0-448C-B7CA-914C3BBFDA8F}" srcOrd="0" destOrd="0" presId="urn:microsoft.com/office/officeart/2009/3/layout/StepUpProcess"/>
    <dgm:cxn modelId="{5C129835-EDE6-49DA-BCBC-53AD4DFB3A92}" type="presParOf" srcId="{95822273-9D96-4FA9-BB16-5E9CE442F428}" destId="{F4FF0413-B518-42D4-9433-AF8F1616E60E}" srcOrd="1" destOrd="0" presId="urn:microsoft.com/office/officeart/2009/3/layout/StepUpProcess"/>
    <dgm:cxn modelId="{0101B38D-2421-4B6B-9DAE-E6B47F0C9BCF}" type="presParOf" srcId="{95822273-9D96-4FA9-BB16-5E9CE442F428}" destId="{D5033781-618B-489A-8E84-56E6B12139B9}" srcOrd="2" destOrd="0" presId="urn:microsoft.com/office/officeart/2009/3/layout/StepUpProcess"/>
    <dgm:cxn modelId="{C73A31EC-B4E6-4497-ACA9-BAFAD96ADB87}" type="presParOf" srcId="{650497FE-A24C-4865-9310-17CC6447B25E}" destId="{D5B88FA1-7A85-43CC-A8D9-4AC089FACBA6}" srcOrd="1" destOrd="0" presId="urn:microsoft.com/office/officeart/2009/3/layout/StepUpProcess"/>
    <dgm:cxn modelId="{4BB3F951-6829-465B-AE4C-19CB867B8329}" type="presParOf" srcId="{D5B88FA1-7A85-43CC-A8D9-4AC089FACBA6}" destId="{38E75C61-9756-457D-8E6B-0EEA5D53F8A8}" srcOrd="0" destOrd="0" presId="urn:microsoft.com/office/officeart/2009/3/layout/StepUpProcess"/>
    <dgm:cxn modelId="{37C459F3-EC71-4616-8AD2-225E24B0E29E}" type="presParOf" srcId="{650497FE-A24C-4865-9310-17CC6447B25E}" destId="{43836D00-B70E-4B57-A38E-60EF00763AD5}" srcOrd="2" destOrd="0" presId="urn:microsoft.com/office/officeart/2009/3/layout/StepUpProcess"/>
    <dgm:cxn modelId="{C0884621-B8BB-4743-A9EA-84E99A8E385B}" type="presParOf" srcId="{43836D00-B70E-4B57-A38E-60EF00763AD5}" destId="{ACAA0D49-C76B-4BBD-AFC1-0141FF55A535}" srcOrd="0" destOrd="0" presId="urn:microsoft.com/office/officeart/2009/3/layout/StepUpProcess"/>
    <dgm:cxn modelId="{72A4926D-3627-4660-8501-614E26B17D83}" type="presParOf" srcId="{43836D00-B70E-4B57-A38E-60EF00763AD5}" destId="{44E80B8C-A264-4988-B294-FA992BC1D26D}" srcOrd="1" destOrd="0" presId="urn:microsoft.com/office/officeart/2009/3/layout/StepUpProcess"/>
    <dgm:cxn modelId="{EB830E38-B79F-475C-8E5E-B7CF717576BA}" type="presParOf" srcId="{43836D00-B70E-4B57-A38E-60EF00763AD5}" destId="{B996CD28-F47B-4EA9-A542-091D44A563B7}" srcOrd="2" destOrd="0" presId="urn:microsoft.com/office/officeart/2009/3/layout/StepUpProcess"/>
    <dgm:cxn modelId="{794D563D-C4B3-4AB0-8BDA-CCE3F5869454}" type="presParOf" srcId="{650497FE-A24C-4865-9310-17CC6447B25E}" destId="{76AA98FA-F936-4237-AB0B-1B2D2D27E0EF}" srcOrd="3" destOrd="0" presId="urn:microsoft.com/office/officeart/2009/3/layout/StepUpProcess"/>
    <dgm:cxn modelId="{540673E0-2C1B-4A76-89B2-E6EE6F17A52E}" type="presParOf" srcId="{76AA98FA-F936-4237-AB0B-1B2D2D27E0EF}" destId="{FF654868-3602-4F2C-A355-6C7992742C0F}" srcOrd="0" destOrd="0" presId="urn:microsoft.com/office/officeart/2009/3/layout/StepUpProcess"/>
    <dgm:cxn modelId="{84DD85F8-D135-4FF0-8625-F2A642AD97A3}" type="presParOf" srcId="{650497FE-A24C-4865-9310-17CC6447B25E}" destId="{34AE967E-8836-40EA-91BC-5B50E3EE57D3}" srcOrd="4" destOrd="0" presId="urn:microsoft.com/office/officeart/2009/3/layout/StepUpProcess"/>
    <dgm:cxn modelId="{D5645C65-625B-4252-AE6A-68FBB03F4DFC}" type="presParOf" srcId="{34AE967E-8836-40EA-91BC-5B50E3EE57D3}" destId="{E48C40E6-010F-48E4-9599-259ABD57ABD3}" srcOrd="0" destOrd="0" presId="urn:microsoft.com/office/officeart/2009/3/layout/StepUpProcess"/>
    <dgm:cxn modelId="{8AB30D2D-379B-4A2B-874D-F646FA12A437}" type="presParOf" srcId="{34AE967E-8836-40EA-91BC-5B50E3EE57D3}" destId="{F9E6C8BF-6F16-4759-920A-0F840461BFA5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17ECC4-DA5F-4DFF-AB9B-75207609A9EE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D969A7-DBB1-424D-9D0A-753D600DC5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Market Research:</a:t>
          </a:r>
          <a:r>
            <a:rPr lang="en-US" b="0" i="0" baseline="0"/>
            <a:t> Analyze competitors and identify specific user pain points.</a:t>
          </a:r>
          <a:endParaRPr lang="en-US"/>
        </a:p>
      </dgm:t>
    </dgm:pt>
    <dgm:pt modelId="{D45B46F7-6318-41A8-AC5F-93421ED8EA40}" type="parTrans" cxnId="{AF33C882-4642-45F4-9C54-4FE431BDCD68}">
      <dgm:prSet/>
      <dgm:spPr/>
      <dgm:t>
        <a:bodyPr/>
        <a:lstStyle/>
        <a:p>
          <a:endParaRPr lang="en-US"/>
        </a:p>
      </dgm:t>
    </dgm:pt>
    <dgm:pt modelId="{8A2331CA-397F-436A-AC36-CED7E5570A1E}" type="sibTrans" cxnId="{AF33C882-4642-45F4-9C54-4FE431BDCD68}">
      <dgm:prSet/>
      <dgm:spPr/>
      <dgm:t>
        <a:bodyPr/>
        <a:lstStyle/>
        <a:p>
          <a:endParaRPr lang="en-US"/>
        </a:p>
      </dgm:t>
    </dgm:pt>
    <dgm:pt modelId="{C6F251DC-C2B1-4AC2-A42A-CAB8DA7ADC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Team Assembly:</a:t>
          </a:r>
          <a:r>
            <a:rPr lang="en-US" b="0" i="0" baseline="0"/>
            <a:t> Requires Project Managers, UI/UX Designers, Developers, and QA Engineers.</a:t>
          </a:r>
          <a:endParaRPr lang="en-US"/>
        </a:p>
      </dgm:t>
    </dgm:pt>
    <dgm:pt modelId="{276D3DA0-0773-49B8-B46C-EFC935574037}" type="parTrans" cxnId="{ABFDEE21-1561-4135-86CD-1D69EECBF902}">
      <dgm:prSet/>
      <dgm:spPr/>
      <dgm:t>
        <a:bodyPr/>
        <a:lstStyle/>
        <a:p>
          <a:endParaRPr lang="en-US"/>
        </a:p>
      </dgm:t>
    </dgm:pt>
    <dgm:pt modelId="{A0F1BC9D-12C5-4C68-94BA-5A43951B45D8}" type="sibTrans" cxnId="{ABFDEE21-1561-4135-86CD-1D69EECBF902}">
      <dgm:prSet/>
      <dgm:spPr/>
      <dgm:t>
        <a:bodyPr/>
        <a:lstStyle/>
        <a:p>
          <a:endParaRPr lang="en-US"/>
        </a:p>
      </dgm:t>
    </dgm:pt>
    <dgm:pt modelId="{A1EB7369-FFAC-454C-BAF5-1B3C2608CE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Technology Stack Selection:</a:t>
          </a:r>
          <a:endParaRPr lang="en-US"/>
        </a:p>
      </dgm:t>
    </dgm:pt>
    <dgm:pt modelId="{A2E283EB-EBC6-4813-B3FB-FAEDFC402421}" type="parTrans" cxnId="{F5F26BF0-696A-4F14-A2B5-257309AAFD36}">
      <dgm:prSet/>
      <dgm:spPr/>
      <dgm:t>
        <a:bodyPr/>
        <a:lstStyle/>
        <a:p>
          <a:endParaRPr lang="en-US"/>
        </a:p>
      </dgm:t>
    </dgm:pt>
    <dgm:pt modelId="{32548E3F-AB0D-480F-8079-83E8B8A9D530}" type="sibTrans" cxnId="{F5F26BF0-696A-4F14-A2B5-257309AAFD36}">
      <dgm:prSet/>
      <dgm:spPr/>
      <dgm:t>
        <a:bodyPr/>
        <a:lstStyle/>
        <a:p>
          <a:endParaRPr lang="en-US"/>
        </a:p>
      </dgm:t>
    </dgm:pt>
    <dgm:pt modelId="{4C902A34-469C-4DBF-B637-F5F4A89C8B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Frontend:</a:t>
          </a:r>
          <a:r>
            <a:rPr lang="en-US" b="0" i="0" baseline="0" dirty="0"/>
            <a:t> React.js, Vue.js, or AngularJS.</a:t>
          </a:r>
          <a:endParaRPr lang="en-US" dirty="0"/>
        </a:p>
      </dgm:t>
    </dgm:pt>
    <dgm:pt modelId="{40251A17-442E-470F-B48C-8B0DD65F97CA}" type="parTrans" cxnId="{9B72A8A8-A5F9-452D-A63A-DB9C19CFD5BB}">
      <dgm:prSet/>
      <dgm:spPr/>
      <dgm:t>
        <a:bodyPr/>
        <a:lstStyle/>
        <a:p>
          <a:endParaRPr lang="en-US"/>
        </a:p>
      </dgm:t>
    </dgm:pt>
    <dgm:pt modelId="{80D19B02-25DF-46B4-B92C-464FAD33EBDD}" type="sibTrans" cxnId="{9B72A8A8-A5F9-452D-A63A-DB9C19CFD5BB}">
      <dgm:prSet/>
      <dgm:spPr/>
      <dgm:t>
        <a:bodyPr/>
        <a:lstStyle/>
        <a:p>
          <a:endParaRPr lang="en-US"/>
        </a:p>
      </dgm:t>
    </dgm:pt>
    <dgm:pt modelId="{10E5ADF1-EC67-400B-A4C8-8D46066DA7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Backend:</a:t>
          </a:r>
          <a:r>
            <a:rPr lang="en-US" b="0" i="0" baseline="0"/>
            <a:t> Node.js, Python, or ASP.NET.</a:t>
          </a:r>
          <a:endParaRPr lang="en-US"/>
        </a:p>
      </dgm:t>
    </dgm:pt>
    <dgm:pt modelId="{01858E3C-8C6F-444A-A4B6-B551485785BD}" type="parTrans" cxnId="{D21A1B70-4E4D-4A3E-B906-0992810CA852}">
      <dgm:prSet/>
      <dgm:spPr/>
      <dgm:t>
        <a:bodyPr/>
        <a:lstStyle/>
        <a:p>
          <a:endParaRPr lang="en-US"/>
        </a:p>
      </dgm:t>
    </dgm:pt>
    <dgm:pt modelId="{F0D69534-29E5-4535-86CF-7C1BDEA69CB9}" type="sibTrans" cxnId="{D21A1B70-4E4D-4A3E-B906-0992810CA852}">
      <dgm:prSet/>
      <dgm:spPr/>
      <dgm:t>
        <a:bodyPr/>
        <a:lstStyle/>
        <a:p>
          <a:endParaRPr lang="en-US"/>
        </a:p>
      </dgm:t>
    </dgm:pt>
    <dgm:pt modelId="{F64E8CC4-C076-4F59-B708-F042D67491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Database:</a:t>
          </a:r>
          <a:r>
            <a:rPr lang="en-US" b="0" i="0" baseline="0"/>
            <a:t> MySQL, MongoDB, or PostgreSQL.</a:t>
          </a:r>
          <a:endParaRPr lang="en-US"/>
        </a:p>
      </dgm:t>
    </dgm:pt>
    <dgm:pt modelId="{F44B8694-8FD1-496C-94C8-8712AB741034}" type="parTrans" cxnId="{550BEF1F-372E-40F9-8659-E321569F990D}">
      <dgm:prSet/>
      <dgm:spPr/>
      <dgm:t>
        <a:bodyPr/>
        <a:lstStyle/>
        <a:p>
          <a:endParaRPr lang="en-US"/>
        </a:p>
      </dgm:t>
    </dgm:pt>
    <dgm:pt modelId="{A1EE5A1F-0F1C-4B09-9C7F-7EED8C13CF12}" type="sibTrans" cxnId="{550BEF1F-372E-40F9-8659-E321569F990D}">
      <dgm:prSet/>
      <dgm:spPr/>
      <dgm:t>
        <a:bodyPr/>
        <a:lstStyle/>
        <a:p>
          <a:endParaRPr lang="en-US"/>
        </a:p>
      </dgm:t>
    </dgm:pt>
    <dgm:pt modelId="{D0C58A52-6F1E-43CB-8F80-D81289736B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MVP (Minimum Viable Product):</a:t>
          </a:r>
          <a:r>
            <a:rPr lang="en-US" b="0" i="0" baseline="0"/>
            <a:t> Launch core features first to gather user feedback before full-scale deployment.</a:t>
          </a:r>
          <a:endParaRPr lang="en-US"/>
        </a:p>
      </dgm:t>
    </dgm:pt>
    <dgm:pt modelId="{0CD38522-5F69-4F62-B66A-AA1207233062}" type="parTrans" cxnId="{F4E79E58-8E57-4133-A8EF-5E53958A6C77}">
      <dgm:prSet/>
      <dgm:spPr/>
      <dgm:t>
        <a:bodyPr/>
        <a:lstStyle/>
        <a:p>
          <a:endParaRPr lang="en-US"/>
        </a:p>
      </dgm:t>
    </dgm:pt>
    <dgm:pt modelId="{48E736FF-FD3E-4BB4-9F43-5F28EEB75C01}" type="sibTrans" cxnId="{F4E79E58-8E57-4133-A8EF-5E53958A6C77}">
      <dgm:prSet/>
      <dgm:spPr/>
      <dgm:t>
        <a:bodyPr/>
        <a:lstStyle/>
        <a:p>
          <a:endParaRPr lang="en-US"/>
        </a:p>
      </dgm:t>
    </dgm:pt>
    <dgm:pt modelId="{9C4096AF-D5A4-42E4-A1AC-96491C492D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Testing &amp; Launch:</a:t>
          </a:r>
          <a:r>
            <a:rPr lang="en-US" b="0" i="0" baseline="0"/>
            <a:t> Conduct security, performance, and usability testing.</a:t>
          </a:r>
          <a:endParaRPr lang="en-US"/>
        </a:p>
      </dgm:t>
    </dgm:pt>
    <dgm:pt modelId="{2FAA915D-74DB-470C-BA54-8116A7D2B222}" type="parTrans" cxnId="{D301D734-0C99-4148-A370-ACA69033102E}">
      <dgm:prSet/>
      <dgm:spPr/>
      <dgm:t>
        <a:bodyPr/>
        <a:lstStyle/>
        <a:p>
          <a:endParaRPr lang="en-US"/>
        </a:p>
      </dgm:t>
    </dgm:pt>
    <dgm:pt modelId="{3915989D-62FB-41E1-A114-6E42DD8D886D}" type="sibTrans" cxnId="{D301D734-0C99-4148-A370-ACA69033102E}">
      <dgm:prSet/>
      <dgm:spPr/>
      <dgm:t>
        <a:bodyPr/>
        <a:lstStyle/>
        <a:p>
          <a:endParaRPr lang="en-US"/>
        </a:p>
      </dgm:t>
    </dgm:pt>
    <dgm:pt modelId="{6D3C6A5A-61E0-436A-8F8D-FB1E1D8BB3A4}" type="pres">
      <dgm:prSet presAssocID="{1417ECC4-DA5F-4DFF-AB9B-75207609A9EE}" presName="root" presStyleCnt="0">
        <dgm:presLayoutVars>
          <dgm:dir/>
          <dgm:resizeHandles val="exact"/>
        </dgm:presLayoutVars>
      </dgm:prSet>
      <dgm:spPr/>
    </dgm:pt>
    <dgm:pt modelId="{78FC9E85-E19A-46BB-B3E1-31BB675B13DD}" type="pres">
      <dgm:prSet presAssocID="{4BD969A7-DBB1-424D-9D0A-753D600DC530}" presName="compNode" presStyleCnt="0"/>
      <dgm:spPr/>
    </dgm:pt>
    <dgm:pt modelId="{EA9AA3EE-221D-4BBC-94AB-2E8085B61FD0}" type="pres">
      <dgm:prSet presAssocID="{4BD969A7-DBB1-424D-9D0A-753D600DC53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22B2ECB-C20D-4D12-9BB9-41FD2450BFF0}" type="pres">
      <dgm:prSet presAssocID="{4BD969A7-DBB1-424D-9D0A-753D600DC530}" presName="iconSpace" presStyleCnt="0"/>
      <dgm:spPr/>
    </dgm:pt>
    <dgm:pt modelId="{6206B548-5A97-4892-8CF3-FA2156359661}" type="pres">
      <dgm:prSet presAssocID="{4BD969A7-DBB1-424D-9D0A-753D600DC530}" presName="parTx" presStyleLbl="revTx" presStyleIdx="0" presStyleCnt="10">
        <dgm:presLayoutVars>
          <dgm:chMax val="0"/>
          <dgm:chPref val="0"/>
        </dgm:presLayoutVars>
      </dgm:prSet>
      <dgm:spPr/>
    </dgm:pt>
    <dgm:pt modelId="{08106245-E3AD-4F35-A95A-CB582A6C46AF}" type="pres">
      <dgm:prSet presAssocID="{4BD969A7-DBB1-424D-9D0A-753D600DC530}" presName="txSpace" presStyleCnt="0"/>
      <dgm:spPr/>
    </dgm:pt>
    <dgm:pt modelId="{FB8F3198-8616-4B97-B0BC-FCBD1580B2B3}" type="pres">
      <dgm:prSet presAssocID="{4BD969A7-DBB1-424D-9D0A-753D600DC530}" presName="desTx" presStyleLbl="revTx" presStyleIdx="1" presStyleCnt="10">
        <dgm:presLayoutVars/>
      </dgm:prSet>
      <dgm:spPr/>
    </dgm:pt>
    <dgm:pt modelId="{199A185B-43DF-47B6-8EAB-B9A5C5D487CF}" type="pres">
      <dgm:prSet presAssocID="{8A2331CA-397F-436A-AC36-CED7E5570A1E}" presName="sibTrans" presStyleCnt="0"/>
      <dgm:spPr/>
    </dgm:pt>
    <dgm:pt modelId="{8A3F792D-CF5D-48C5-9EFA-691CB5E744D9}" type="pres">
      <dgm:prSet presAssocID="{C6F251DC-C2B1-4AC2-A42A-CAB8DA7ADCD6}" presName="compNode" presStyleCnt="0"/>
      <dgm:spPr/>
    </dgm:pt>
    <dgm:pt modelId="{366A77D4-FBFF-49AF-8BF7-5B858798091F}" type="pres">
      <dgm:prSet presAssocID="{C6F251DC-C2B1-4AC2-A42A-CAB8DA7ADCD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6F69082-5F2C-474E-84EE-0B63BC4513E9}" type="pres">
      <dgm:prSet presAssocID="{C6F251DC-C2B1-4AC2-A42A-CAB8DA7ADCD6}" presName="iconSpace" presStyleCnt="0"/>
      <dgm:spPr/>
    </dgm:pt>
    <dgm:pt modelId="{EB27CF79-A672-4F67-B828-0AC66509F05E}" type="pres">
      <dgm:prSet presAssocID="{C6F251DC-C2B1-4AC2-A42A-CAB8DA7ADCD6}" presName="parTx" presStyleLbl="revTx" presStyleIdx="2" presStyleCnt="10">
        <dgm:presLayoutVars>
          <dgm:chMax val="0"/>
          <dgm:chPref val="0"/>
        </dgm:presLayoutVars>
      </dgm:prSet>
      <dgm:spPr/>
    </dgm:pt>
    <dgm:pt modelId="{5AF19226-D4C4-4E75-A032-090B27FDDC44}" type="pres">
      <dgm:prSet presAssocID="{C6F251DC-C2B1-4AC2-A42A-CAB8DA7ADCD6}" presName="txSpace" presStyleCnt="0"/>
      <dgm:spPr/>
    </dgm:pt>
    <dgm:pt modelId="{A9154CD8-5D44-42F4-A8FE-313ED8FAE57F}" type="pres">
      <dgm:prSet presAssocID="{C6F251DC-C2B1-4AC2-A42A-CAB8DA7ADCD6}" presName="desTx" presStyleLbl="revTx" presStyleIdx="3" presStyleCnt="10">
        <dgm:presLayoutVars/>
      </dgm:prSet>
      <dgm:spPr/>
    </dgm:pt>
    <dgm:pt modelId="{D3D3A345-506B-4F98-B9B4-60EDE0F18440}" type="pres">
      <dgm:prSet presAssocID="{A0F1BC9D-12C5-4C68-94BA-5A43951B45D8}" presName="sibTrans" presStyleCnt="0"/>
      <dgm:spPr/>
    </dgm:pt>
    <dgm:pt modelId="{C418E701-8550-41FC-A225-31CA4A2DB28F}" type="pres">
      <dgm:prSet presAssocID="{A1EB7369-FFAC-454C-BAF5-1B3C2608CE9C}" presName="compNode" presStyleCnt="0"/>
      <dgm:spPr/>
    </dgm:pt>
    <dgm:pt modelId="{659FC3E0-3C84-42EC-8F72-69E3B7F75B2C}" type="pres">
      <dgm:prSet presAssocID="{A1EB7369-FFAC-454C-BAF5-1B3C2608CE9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51A53CC-DF6B-4D13-AFC1-189E655BC2CA}" type="pres">
      <dgm:prSet presAssocID="{A1EB7369-FFAC-454C-BAF5-1B3C2608CE9C}" presName="iconSpace" presStyleCnt="0"/>
      <dgm:spPr/>
    </dgm:pt>
    <dgm:pt modelId="{BEB817FC-90E8-4834-8274-B1332BAC6485}" type="pres">
      <dgm:prSet presAssocID="{A1EB7369-FFAC-454C-BAF5-1B3C2608CE9C}" presName="parTx" presStyleLbl="revTx" presStyleIdx="4" presStyleCnt="10">
        <dgm:presLayoutVars>
          <dgm:chMax val="0"/>
          <dgm:chPref val="0"/>
        </dgm:presLayoutVars>
      </dgm:prSet>
      <dgm:spPr/>
    </dgm:pt>
    <dgm:pt modelId="{3E81B561-FFA9-4050-B324-50859345576C}" type="pres">
      <dgm:prSet presAssocID="{A1EB7369-FFAC-454C-BAF5-1B3C2608CE9C}" presName="txSpace" presStyleCnt="0"/>
      <dgm:spPr/>
    </dgm:pt>
    <dgm:pt modelId="{830B82C8-5703-43F0-AD47-D730AB2C6D57}" type="pres">
      <dgm:prSet presAssocID="{A1EB7369-FFAC-454C-BAF5-1B3C2608CE9C}" presName="desTx" presStyleLbl="revTx" presStyleIdx="5" presStyleCnt="10">
        <dgm:presLayoutVars/>
      </dgm:prSet>
      <dgm:spPr/>
    </dgm:pt>
    <dgm:pt modelId="{9101C58D-2FE0-44F9-B5B3-6072C1853C76}" type="pres">
      <dgm:prSet presAssocID="{32548E3F-AB0D-480F-8079-83E8B8A9D530}" presName="sibTrans" presStyleCnt="0"/>
      <dgm:spPr/>
    </dgm:pt>
    <dgm:pt modelId="{B4AA7FED-50F0-4112-A7D5-38C06239B5FE}" type="pres">
      <dgm:prSet presAssocID="{D0C58A52-6F1E-43CB-8F80-D81289736B1F}" presName="compNode" presStyleCnt="0"/>
      <dgm:spPr/>
    </dgm:pt>
    <dgm:pt modelId="{EB744B46-CA1C-4A04-8E82-4623E92C428D}" type="pres">
      <dgm:prSet presAssocID="{D0C58A52-6F1E-43CB-8F80-D81289736B1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AD04D4B5-CC11-4210-A81F-D2E120A970D8}" type="pres">
      <dgm:prSet presAssocID="{D0C58A52-6F1E-43CB-8F80-D81289736B1F}" presName="iconSpace" presStyleCnt="0"/>
      <dgm:spPr/>
    </dgm:pt>
    <dgm:pt modelId="{5AB81806-6EC4-4FF5-A246-2B3368DEEF83}" type="pres">
      <dgm:prSet presAssocID="{D0C58A52-6F1E-43CB-8F80-D81289736B1F}" presName="parTx" presStyleLbl="revTx" presStyleIdx="6" presStyleCnt="10">
        <dgm:presLayoutVars>
          <dgm:chMax val="0"/>
          <dgm:chPref val="0"/>
        </dgm:presLayoutVars>
      </dgm:prSet>
      <dgm:spPr/>
    </dgm:pt>
    <dgm:pt modelId="{E49E5327-AF1D-4BB1-9DA0-A2BC6546F9E7}" type="pres">
      <dgm:prSet presAssocID="{D0C58A52-6F1E-43CB-8F80-D81289736B1F}" presName="txSpace" presStyleCnt="0"/>
      <dgm:spPr/>
    </dgm:pt>
    <dgm:pt modelId="{A48CB7EA-2427-465C-A269-9324AE5946D2}" type="pres">
      <dgm:prSet presAssocID="{D0C58A52-6F1E-43CB-8F80-D81289736B1F}" presName="desTx" presStyleLbl="revTx" presStyleIdx="7" presStyleCnt="10">
        <dgm:presLayoutVars/>
      </dgm:prSet>
      <dgm:spPr/>
    </dgm:pt>
    <dgm:pt modelId="{44E68E69-0A70-446C-A71B-731ED76C62FB}" type="pres">
      <dgm:prSet presAssocID="{48E736FF-FD3E-4BB4-9F43-5F28EEB75C01}" presName="sibTrans" presStyleCnt="0"/>
      <dgm:spPr/>
    </dgm:pt>
    <dgm:pt modelId="{D966F4CC-AC95-4AF6-B1EC-DF9C936A6A55}" type="pres">
      <dgm:prSet presAssocID="{9C4096AF-D5A4-42E4-A1AC-96491C492D18}" presName="compNode" presStyleCnt="0"/>
      <dgm:spPr/>
    </dgm:pt>
    <dgm:pt modelId="{770703FC-1A8F-4246-BA0D-9FE4FE59538A}" type="pres">
      <dgm:prSet presAssocID="{9C4096AF-D5A4-42E4-A1AC-96491C492D1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53F94354-6503-4DDC-A11D-295D8A94486C}" type="pres">
      <dgm:prSet presAssocID="{9C4096AF-D5A4-42E4-A1AC-96491C492D18}" presName="iconSpace" presStyleCnt="0"/>
      <dgm:spPr/>
    </dgm:pt>
    <dgm:pt modelId="{8B467928-086C-4A95-8BF7-F579791581CC}" type="pres">
      <dgm:prSet presAssocID="{9C4096AF-D5A4-42E4-A1AC-96491C492D18}" presName="parTx" presStyleLbl="revTx" presStyleIdx="8" presStyleCnt="10">
        <dgm:presLayoutVars>
          <dgm:chMax val="0"/>
          <dgm:chPref val="0"/>
        </dgm:presLayoutVars>
      </dgm:prSet>
      <dgm:spPr/>
    </dgm:pt>
    <dgm:pt modelId="{9C568447-6699-44DD-84BA-96AC1354BA4C}" type="pres">
      <dgm:prSet presAssocID="{9C4096AF-D5A4-42E4-A1AC-96491C492D18}" presName="txSpace" presStyleCnt="0"/>
      <dgm:spPr/>
    </dgm:pt>
    <dgm:pt modelId="{2BD25E49-B0E9-41EA-ABDA-91E96BC17970}" type="pres">
      <dgm:prSet presAssocID="{9C4096AF-D5A4-42E4-A1AC-96491C492D18}" presName="desTx" presStyleLbl="revTx" presStyleIdx="9" presStyleCnt="10">
        <dgm:presLayoutVars/>
      </dgm:prSet>
      <dgm:spPr/>
    </dgm:pt>
  </dgm:ptLst>
  <dgm:cxnLst>
    <dgm:cxn modelId="{550BEF1F-372E-40F9-8659-E321569F990D}" srcId="{A1EB7369-FFAC-454C-BAF5-1B3C2608CE9C}" destId="{F64E8CC4-C076-4F59-B708-F042D67491A2}" srcOrd="2" destOrd="0" parTransId="{F44B8694-8FD1-496C-94C8-8712AB741034}" sibTransId="{A1EE5A1F-0F1C-4B09-9C7F-7EED8C13CF12}"/>
    <dgm:cxn modelId="{ABFDEE21-1561-4135-86CD-1D69EECBF902}" srcId="{1417ECC4-DA5F-4DFF-AB9B-75207609A9EE}" destId="{C6F251DC-C2B1-4AC2-A42A-CAB8DA7ADCD6}" srcOrd="1" destOrd="0" parTransId="{276D3DA0-0773-49B8-B46C-EFC935574037}" sibTransId="{A0F1BC9D-12C5-4C68-94BA-5A43951B45D8}"/>
    <dgm:cxn modelId="{F3553D25-7316-454D-9440-396963DA990E}" type="presOf" srcId="{1417ECC4-DA5F-4DFF-AB9B-75207609A9EE}" destId="{6D3C6A5A-61E0-436A-8F8D-FB1E1D8BB3A4}" srcOrd="0" destOrd="0" presId="urn:microsoft.com/office/officeart/2018/2/layout/IconLabelDescriptionList"/>
    <dgm:cxn modelId="{D301D734-0C99-4148-A370-ACA69033102E}" srcId="{1417ECC4-DA5F-4DFF-AB9B-75207609A9EE}" destId="{9C4096AF-D5A4-42E4-A1AC-96491C492D18}" srcOrd="4" destOrd="0" parTransId="{2FAA915D-74DB-470C-BA54-8116A7D2B222}" sibTransId="{3915989D-62FB-41E1-A114-6E42DD8D886D}"/>
    <dgm:cxn modelId="{D21A1B70-4E4D-4A3E-B906-0992810CA852}" srcId="{A1EB7369-FFAC-454C-BAF5-1B3C2608CE9C}" destId="{10E5ADF1-EC67-400B-A4C8-8D46066DA747}" srcOrd="1" destOrd="0" parTransId="{01858E3C-8C6F-444A-A4B6-B551485785BD}" sibTransId="{F0D69534-29E5-4535-86CF-7C1BDEA69CB9}"/>
    <dgm:cxn modelId="{F4E79E58-8E57-4133-A8EF-5E53958A6C77}" srcId="{1417ECC4-DA5F-4DFF-AB9B-75207609A9EE}" destId="{D0C58A52-6F1E-43CB-8F80-D81289736B1F}" srcOrd="3" destOrd="0" parTransId="{0CD38522-5F69-4F62-B66A-AA1207233062}" sibTransId="{48E736FF-FD3E-4BB4-9F43-5F28EEB75C01}"/>
    <dgm:cxn modelId="{AF33C882-4642-45F4-9C54-4FE431BDCD68}" srcId="{1417ECC4-DA5F-4DFF-AB9B-75207609A9EE}" destId="{4BD969A7-DBB1-424D-9D0A-753D600DC530}" srcOrd="0" destOrd="0" parTransId="{D45B46F7-6318-41A8-AC5F-93421ED8EA40}" sibTransId="{8A2331CA-397F-436A-AC36-CED7E5570A1E}"/>
    <dgm:cxn modelId="{A478A48D-2775-4AA4-BECE-B37CFE86FA3F}" type="presOf" srcId="{D0C58A52-6F1E-43CB-8F80-D81289736B1F}" destId="{5AB81806-6EC4-4FF5-A246-2B3368DEEF83}" srcOrd="0" destOrd="0" presId="urn:microsoft.com/office/officeart/2018/2/layout/IconLabelDescriptionList"/>
    <dgm:cxn modelId="{9B72A8A8-A5F9-452D-A63A-DB9C19CFD5BB}" srcId="{A1EB7369-FFAC-454C-BAF5-1B3C2608CE9C}" destId="{4C902A34-469C-4DBF-B637-F5F4A89C8B41}" srcOrd="0" destOrd="0" parTransId="{40251A17-442E-470F-B48C-8B0DD65F97CA}" sibTransId="{80D19B02-25DF-46B4-B92C-464FAD33EBDD}"/>
    <dgm:cxn modelId="{65B19BAC-8A93-474F-866C-1368237D55E4}" type="presOf" srcId="{9C4096AF-D5A4-42E4-A1AC-96491C492D18}" destId="{8B467928-086C-4A95-8BF7-F579791581CC}" srcOrd="0" destOrd="0" presId="urn:microsoft.com/office/officeart/2018/2/layout/IconLabelDescriptionList"/>
    <dgm:cxn modelId="{1F96BABA-2C66-4FD4-8E4A-3DAAA1F5BFB1}" type="presOf" srcId="{4C902A34-469C-4DBF-B637-F5F4A89C8B41}" destId="{830B82C8-5703-43F0-AD47-D730AB2C6D57}" srcOrd="0" destOrd="0" presId="urn:microsoft.com/office/officeart/2018/2/layout/IconLabelDescriptionList"/>
    <dgm:cxn modelId="{F098A9D5-365E-4394-902C-1CFA15FB207F}" type="presOf" srcId="{F64E8CC4-C076-4F59-B708-F042D67491A2}" destId="{830B82C8-5703-43F0-AD47-D730AB2C6D57}" srcOrd="0" destOrd="2" presId="urn:microsoft.com/office/officeart/2018/2/layout/IconLabelDescriptionList"/>
    <dgm:cxn modelId="{092487E0-9BDB-480E-8655-CD0F5B5ABB05}" type="presOf" srcId="{A1EB7369-FFAC-454C-BAF5-1B3C2608CE9C}" destId="{BEB817FC-90E8-4834-8274-B1332BAC6485}" srcOrd="0" destOrd="0" presId="urn:microsoft.com/office/officeart/2018/2/layout/IconLabelDescriptionList"/>
    <dgm:cxn modelId="{2522FCE5-DC0E-4C3F-8E8C-D442DA8B2A0B}" type="presOf" srcId="{10E5ADF1-EC67-400B-A4C8-8D46066DA747}" destId="{830B82C8-5703-43F0-AD47-D730AB2C6D57}" srcOrd="0" destOrd="1" presId="urn:microsoft.com/office/officeart/2018/2/layout/IconLabelDescriptionList"/>
    <dgm:cxn modelId="{F5F26BF0-696A-4F14-A2B5-257309AAFD36}" srcId="{1417ECC4-DA5F-4DFF-AB9B-75207609A9EE}" destId="{A1EB7369-FFAC-454C-BAF5-1B3C2608CE9C}" srcOrd="2" destOrd="0" parTransId="{A2E283EB-EBC6-4813-B3FB-FAEDFC402421}" sibTransId="{32548E3F-AB0D-480F-8079-83E8B8A9D530}"/>
    <dgm:cxn modelId="{E8556DF7-D34B-4154-8B4F-1E1A257044FF}" type="presOf" srcId="{4BD969A7-DBB1-424D-9D0A-753D600DC530}" destId="{6206B548-5A97-4892-8CF3-FA2156359661}" srcOrd="0" destOrd="0" presId="urn:microsoft.com/office/officeart/2018/2/layout/IconLabelDescriptionList"/>
    <dgm:cxn modelId="{CA4698FE-8237-42DD-B296-C451EE31F2CA}" type="presOf" srcId="{C6F251DC-C2B1-4AC2-A42A-CAB8DA7ADCD6}" destId="{EB27CF79-A672-4F67-B828-0AC66509F05E}" srcOrd="0" destOrd="0" presId="urn:microsoft.com/office/officeart/2018/2/layout/IconLabelDescriptionList"/>
    <dgm:cxn modelId="{F417E61C-97BD-44DB-BF42-A32A0A4010D3}" type="presParOf" srcId="{6D3C6A5A-61E0-436A-8F8D-FB1E1D8BB3A4}" destId="{78FC9E85-E19A-46BB-B3E1-31BB675B13DD}" srcOrd="0" destOrd="0" presId="urn:microsoft.com/office/officeart/2018/2/layout/IconLabelDescriptionList"/>
    <dgm:cxn modelId="{D7CB786E-2757-4DC6-BD5B-DADBC8F4DA1A}" type="presParOf" srcId="{78FC9E85-E19A-46BB-B3E1-31BB675B13DD}" destId="{EA9AA3EE-221D-4BBC-94AB-2E8085B61FD0}" srcOrd="0" destOrd="0" presId="urn:microsoft.com/office/officeart/2018/2/layout/IconLabelDescriptionList"/>
    <dgm:cxn modelId="{5EB20FCD-CCD3-4CAB-8A9E-9B3767E44327}" type="presParOf" srcId="{78FC9E85-E19A-46BB-B3E1-31BB675B13DD}" destId="{622B2ECB-C20D-4D12-9BB9-41FD2450BFF0}" srcOrd="1" destOrd="0" presId="urn:microsoft.com/office/officeart/2018/2/layout/IconLabelDescriptionList"/>
    <dgm:cxn modelId="{66F50C17-188A-4698-8EC3-F45B03264484}" type="presParOf" srcId="{78FC9E85-E19A-46BB-B3E1-31BB675B13DD}" destId="{6206B548-5A97-4892-8CF3-FA2156359661}" srcOrd="2" destOrd="0" presId="urn:microsoft.com/office/officeart/2018/2/layout/IconLabelDescriptionList"/>
    <dgm:cxn modelId="{E5952CE0-8A54-409C-A67A-1829426666B7}" type="presParOf" srcId="{78FC9E85-E19A-46BB-B3E1-31BB675B13DD}" destId="{08106245-E3AD-4F35-A95A-CB582A6C46AF}" srcOrd="3" destOrd="0" presId="urn:microsoft.com/office/officeart/2018/2/layout/IconLabelDescriptionList"/>
    <dgm:cxn modelId="{D54EC450-A63F-4E59-B190-2C5A826B2284}" type="presParOf" srcId="{78FC9E85-E19A-46BB-B3E1-31BB675B13DD}" destId="{FB8F3198-8616-4B97-B0BC-FCBD1580B2B3}" srcOrd="4" destOrd="0" presId="urn:microsoft.com/office/officeart/2018/2/layout/IconLabelDescriptionList"/>
    <dgm:cxn modelId="{44C3F60D-F430-4CDB-9F03-D24F3E139CAF}" type="presParOf" srcId="{6D3C6A5A-61E0-436A-8F8D-FB1E1D8BB3A4}" destId="{199A185B-43DF-47B6-8EAB-B9A5C5D487CF}" srcOrd="1" destOrd="0" presId="urn:microsoft.com/office/officeart/2018/2/layout/IconLabelDescriptionList"/>
    <dgm:cxn modelId="{DAB30462-3DB9-4A40-BFE8-479EBB6DC85A}" type="presParOf" srcId="{6D3C6A5A-61E0-436A-8F8D-FB1E1D8BB3A4}" destId="{8A3F792D-CF5D-48C5-9EFA-691CB5E744D9}" srcOrd="2" destOrd="0" presId="urn:microsoft.com/office/officeart/2018/2/layout/IconLabelDescriptionList"/>
    <dgm:cxn modelId="{26B37FDB-0171-4FD9-8A1D-8764181DB200}" type="presParOf" srcId="{8A3F792D-CF5D-48C5-9EFA-691CB5E744D9}" destId="{366A77D4-FBFF-49AF-8BF7-5B858798091F}" srcOrd="0" destOrd="0" presId="urn:microsoft.com/office/officeart/2018/2/layout/IconLabelDescriptionList"/>
    <dgm:cxn modelId="{59244CE4-0E49-4287-8E38-48909ED26A9E}" type="presParOf" srcId="{8A3F792D-CF5D-48C5-9EFA-691CB5E744D9}" destId="{B6F69082-5F2C-474E-84EE-0B63BC4513E9}" srcOrd="1" destOrd="0" presId="urn:microsoft.com/office/officeart/2018/2/layout/IconLabelDescriptionList"/>
    <dgm:cxn modelId="{5753F25A-FEFB-419A-A88B-64EC97F7BDB8}" type="presParOf" srcId="{8A3F792D-CF5D-48C5-9EFA-691CB5E744D9}" destId="{EB27CF79-A672-4F67-B828-0AC66509F05E}" srcOrd="2" destOrd="0" presId="urn:microsoft.com/office/officeart/2018/2/layout/IconLabelDescriptionList"/>
    <dgm:cxn modelId="{A4AE87EA-E354-4B03-ADA1-984820A54118}" type="presParOf" srcId="{8A3F792D-CF5D-48C5-9EFA-691CB5E744D9}" destId="{5AF19226-D4C4-4E75-A032-090B27FDDC44}" srcOrd="3" destOrd="0" presId="urn:microsoft.com/office/officeart/2018/2/layout/IconLabelDescriptionList"/>
    <dgm:cxn modelId="{445B0A74-433F-44CF-A25D-6C5635F36715}" type="presParOf" srcId="{8A3F792D-CF5D-48C5-9EFA-691CB5E744D9}" destId="{A9154CD8-5D44-42F4-A8FE-313ED8FAE57F}" srcOrd="4" destOrd="0" presId="urn:microsoft.com/office/officeart/2018/2/layout/IconLabelDescriptionList"/>
    <dgm:cxn modelId="{22F83B4B-DC92-417A-A8E0-7C5BD88259EE}" type="presParOf" srcId="{6D3C6A5A-61E0-436A-8F8D-FB1E1D8BB3A4}" destId="{D3D3A345-506B-4F98-B9B4-60EDE0F18440}" srcOrd="3" destOrd="0" presId="urn:microsoft.com/office/officeart/2018/2/layout/IconLabelDescriptionList"/>
    <dgm:cxn modelId="{E237DFD7-0689-4BE5-9A03-67CB2843DCAC}" type="presParOf" srcId="{6D3C6A5A-61E0-436A-8F8D-FB1E1D8BB3A4}" destId="{C418E701-8550-41FC-A225-31CA4A2DB28F}" srcOrd="4" destOrd="0" presId="urn:microsoft.com/office/officeart/2018/2/layout/IconLabelDescriptionList"/>
    <dgm:cxn modelId="{E9FC2C4B-F34C-4955-9F8E-555E59DB3CBA}" type="presParOf" srcId="{C418E701-8550-41FC-A225-31CA4A2DB28F}" destId="{659FC3E0-3C84-42EC-8F72-69E3B7F75B2C}" srcOrd="0" destOrd="0" presId="urn:microsoft.com/office/officeart/2018/2/layout/IconLabelDescriptionList"/>
    <dgm:cxn modelId="{3CC1C35B-714B-4CB5-9FFC-43A30E91746C}" type="presParOf" srcId="{C418E701-8550-41FC-A225-31CA4A2DB28F}" destId="{251A53CC-DF6B-4D13-AFC1-189E655BC2CA}" srcOrd="1" destOrd="0" presId="urn:microsoft.com/office/officeart/2018/2/layout/IconLabelDescriptionList"/>
    <dgm:cxn modelId="{A912A884-6CD0-41FD-970F-4E4FA1429633}" type="presParOf" srcId="{C418E701-8550-41FC-A225-31CA4A2DB28F}" destId="{BEB817FC-90E8-4834-8274-B1332BAC6485}" srcOrd="2" destOrd="0" presId="urn:microsoft.com/office/officeart/2018/2/layout/IconLabelDescriptionList"/>
    <dgm:cxn modelId="{603FBB42-752F-4643-8CC6-BB0FFB504820}" type="presParOf" srcId="{C418E701-8550-41FC-A225-31CA4A2DB28F}" destId="{3E81B561-FFA9-4050-B324-50859345576C}" srcOrd="3" destOrd="0" presId="urn:microsoft.com/office/officeart/2018/2/layout/IconLabelDescriptionList"/>
    <dgm:cxn modelId="{EE89B766-AF3C-4A01-948D-73818DD02A93}" type="presParOf" srcId="{C418E701-8550-41FC-A225-31CA4A2DB28F}" destId="{830B82C8-5703-43F0-AD47-D730AB2C6D57}" srcOrd="4" destOrd="0" presId="urn:microsoft.com/office/officeart/2018/2/layout/IconLabelDescriptionList"/>
    <dgm:cxn modelId="{176D8713-7CA0-4ABD-846E-F2F4E09ECF55}" type="presParOf" srcId="{6D3C6A5A-61E0-436A-8F8D-FB1E1D8BB3A4}" destId="{9101C58D-2FE0-44F9-B5B3-6072C1853C76}" srcOrd="5" destOrd="0" presId="urn:microsoft.com/office/officeart/2018/2/layout/IconLabelDescriptionList"/>
    <dgm:cxn modelId="{EC36613B-C9BC-4B06-8962-16D4B710B60C}" type="presParOf" srcId="{6D3C6A5A-61E0-436A-8F8D-FB1E1D8BB3A4}" destId="{B4AA7FED-50F0-4112-A7D5-38C06239B5FE}" srcOrd="6" destOrd="0" presId="urn:microsoft.com/office/officeart/2018/2/layout/IconLabelDescriptionList"/>
    <dgm:cxn modelId="{F60086FC-F92B-4D52-9EAD-FB2042DD8EE4}" type="presParOf" srcId="{B4AA7FED-50F0-4112-A7D5-38C06239B5FE}" destId="{EB744B46-CA1C-4A04-8E82-4623E92C428D}" srcOrd="0" destOrd="0" presId="urn:microsoft.com/office/officeart/2018/2/layout/IconLabelDescriptionList"/>
    <dgm:cxn modelId="{0E9D4000-B94A-47F6-836D-3F647BC9B9B9}" type="presParOf" srcId="{B4AA7FED-50F0-4112-A7D5-38C06239B5FE}" destId="{AD04D4B5-CC11-4210-A81F-D2E120A970D8}" srcOrd="1" destOrd="0" presId="urn:microsoft.com/office/officeart/2018/2/layout/IconLabelDescriptionList"/>
    <dgm:cxn modelId="{4141E0D0-E0E9-4B7B-8F46-E25D81C1A429}" type="presParOf" srcId="{B4AA7FED-50F0-4112-A7D5-38C06239B5FE}" destId="{5AB81806-6EC4-4FF5-A246-2B3368DEEF83}" srcOrd="2" destOrd="0" presId="urn:microsoft.com/office/officeart/2018/2/layout/IconLabelDescriptionList"/>
    <dgm:cxn modelId="{53919124-5218-4CA5-938E-455A2BEF6626}" type="presParOf" srcId="{B4AA7FED-50F0-4112-A7D5-38C06239B5FE}" destId="{E49E5327-AF1D-4BB1-9DA0-A2BC6546F9E7}" srcOrd="3" destOrd="0" presId="urn:microsoft.com/office/officeart/2018/2/layout/IconLabelDescriptionList"/>
    <dgm:cxn modelId="{8439985B-537E-4EE8-A9EC-3EE3F18CF945}" type="presParOf" srcId="{B4AA7FED-50F0-4112-A7D5-38C06239B5FE}" destId="{A48CB7EA-2427-465C-A269-9324AE5946D2}" srcOrd="4" destOrd="0" presId="urn:microsoft.com/office/officeart/2018/2/layout/IconLabelDescriptionList"/>
    <dgm:cxn modelId="{BD76F3DA-20A7-48EB-9F9F-33F3E4EFA455}" type="presParOf" srcId="{6D3C6A5A-61E0-436A-8F8D-FB1E1D8BB3A4}" destId="{44E68E69-0A70-446C-A71B-731ED76C62FB}" srcOrd="7" destOrd="0" presId="urn:microsoft.com/office/officeart/2018/2/layout/IconLabelDescriptionList"/>
    <dgm:cxn modelId="{4DA81107-A282-423C-869F-2673CA4F71A1}" type="presParOf" srcId="{6D3C6A5A-61E0-436A-8F8D-FB1E1D8BB3A4}" destId="{D966F4CC-AC95-4AF6-B1EC-DF9C936A6A55}" srcOrd="8" destOrd="0" presId="urn:microsoft.com/office/officeart/2018/2/layout/IconLabelDescriptionList"/>
    <dgm:cxn modelId="{0453FFD3-7987-4651-9F1F-43641F698455}" type="presParOf" srcId="{D966F4CC-AC95-4AF6-B1EC-DF9C936A6A55}" destId="{770703FC-1A8F-4246-BA0D-9FE4FE59538A}" srcOrd="0" destOrd="0" presId="urn:microsoft.com/office/officeart/2018/2/layout/IconLabelDescriptionList"/>
    <dgm:cxn modelId="{DE753D37-2FDB-42AF-8678-985FB5FB1F60}" type="presParOf" srcId="{D966F4CC-AC95-4AF6-B1EC-DF9C936A6A55}" destId="{53F94354-6503-4DDC-A11D-295D8A94486C}" srcOrd="1" destOrd="0" presId="urn:microsoft.com/office/officeart/2018/2/layout/IconLabelDescriptionList"/>
    <dgm:cxn modelId="{29066A21-D741-426E-80C2-3881101BCBB5}" type="presParOf" srcId="{D966F4CC-AC95-4AF6-B1EC-DF9C936A6A55}" destId="{8B467928-086C-4A95-8BF7-F579791581CC}" srcOrd="2" destOrd="0" presId="urn:microsoft.com/office/officeart/2018/2/layout/IconLabelDescriptionList"/>
    <dgm:cxn modelId="{3775743A-E79E-4DAD-998B-3FE099DA62CB}" type="presParOf" srcId="{D966F4CC-AC95-4AF6-B1EC-DF9C936A6A55}" destId="{9C568447-6699-44DD-84BA-96AC1354BA4C}" srcOrd="3" destOrd="0" presId="urn:microsoft.com/office/officeart/2018/2/layout/IconLabelDescriptionList"/>
    <dgm:cxn modelId="{B95C524E-3C70-45E8-BD3D-8416712C4F13}" type="presParOf" srcId="{D966F4CC-AC95-4AF6-B1EC-DF9C936A6A55}" destId="{2BD25E49-B0E9-41EA-ABDA-91E96BC1797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26B0B-B8EC-4E5D-AF18-BE346B48400C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3D8DF-F980-4F0B-AD03-CEEEFE064312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The Problem: </a:t>
          </a:r>
          <a:r>
            <a:rPr lang="en-IN" sz="2800" kern="1200"/>
            <a:t>Traditional training methods often result in low engagement (90% of employees struggle to retain knowledge).</a:t>
          </a:r>
          <a:endParaRPr lang="en-US" sz="2800" kern="1200"/>
        </a:p>
      </dsp:txBody>
      <dsp:txXfrm>
        <a:off x="696297" y="538547"/>
        <a:ext cx="4171627" cy="2590157"/>
      </dsp:txXfrm>
    </dsp:sp>
    <dsp:sp modelId="{2D182302-6A57-4698-BAA1-2B67D56FD764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7D22E-4CF5-476B-89E3-87160CB91EFC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The Solution:</a:t>
          </a:r>
          <a:r>
            <a:rPr lang="en-IN" sz="2800" kern="1200"/>
            <a:t> A modern LMS provides centralized material, interactive learning, and real-time progress monitoring.</a:t>
          </a:r>
          <a:endParaRPr lang="en-US" sz="28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F106B-E35D-4463-984B-1A07B7405B76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6C199-5881-4C56-B72B-3D061BD37B6E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Cloud-Based (SaaS): </a:t>
          </a:r>
          <a:r>
            <a:rPr lang="en-IN" sz="2100" kern="1200"/>
            <a:t>Hosted on the cloud; scalable, zero installation, and automatic updates.</a:t>
          </a:r>
          <a:endParaRPr lang="en-US" sz="2100" kern="1200"/>
        </a:p>
      </dsp:txBody>
      <dsp:txXfrm>
        <a:off x="378614" y="886531"/>
        <a:ext cx="2810360" cy="1744948"/>
      </dsp:txXfrm>
    </dsp:sp>
    <dsp:sp modelId="{C243DF91-67AE-45F9-BF4F-416DAEB296E0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8BFAC-D40D-4E5C-B3A6-E944D6655A06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Self-Hosted: </a:t>
          </a:r>
          <a:r>
            <a:rPr lang="en-IN" sz="2100" kern="1200"/>
            <a:t>Installed on the organization's own servers for maximum control and customization.</a:t>
          </a:r>
          <a:endParaRPr lang="en-US" sz="2100" kern="1200"/>
        </a:p>
      </dsp:txBody>
      <dsp:txXfrm>
        <a:off x="3946203" y="886531"/>
        <a:ext cx="2810360" cy="1744948"/>
      </dsp:txXfrm>
    </dsp:sp>
    <dsp:sp modelId="{07BD5244-8164-46A0-800F-BE55FAA94A01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8FAB0-3C8A-4660-8321-69A218ADA66D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Open-Source: </a:t>
          </a:r>
          <a:r>
            <a:rPr lang="en-IN" sz="2100" kern="1200"/>
            <a:t>Platforms like Moodle or Open edX where the source code is modifiable.</a:t>
          </a:r>
          <a:endParaRPr lang="en-US" sz="2100" kern="1200"/>
        </a:p>
      </dsp:txBody>
      <dsp:txXfrm>
        <a:off x="7513791" y="886531"/>
        <a:ext cx="2810360" cy="174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74EDA-57A0-448C-B7CA-914C3BBFDA8F}">
      <dsp:nvSpPr>
        <dsp:cNvPr id="0" name=""/>
        <dsp:cNvSpPr/>
      </dsp:nvSpPr>
      <dsp:spPr>
        <a:xfrm rot="5400000">
          <a:off x="691692" y="1427752"/>
          <a:ext cx="2074056" cy="345118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F0413-B518-42D4-9433-AF8F1616E60E}">
      <dsp:nvSpPr>
        <dsp:cNvPr id="0" name=""/>
        <dsp:cNvSpPr/>
      </dsp:nvSpPr>
      <dsp:spPr>
        <a:xfrm>
          <a:off x="345480" y="2458912"/>
          <a:ext cx="3115747" cy="2731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Phase 1: Strategy &amp; Selection (Days 1–30)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Needs Analysis:</a:t>
          </a:r>
          <a:r>
            <a:rPr lang="en-IN" sz="1200" kern="1200" dirty="0"/>
            <a:t> Survey stakeholders to identify "Must-Have" vs. "Nice-to-Have" features.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Build vs. Buy Decision:</a:t>
          </a:r>
          <a:r>
            <a:rPr lang="en-IN" sz="1200" kern="1200" dirty="0"/>
            <a:t> Use the </a:t>
          </a:r>
          <a:r>
            <a:rPr lang="en-IN" sz="1200" kern="1200" dirty="0">
              <a:hlinkClick xmlns:r="http://schemas.openxmlformats.org/officeDocument/2006/relationships" r:id="rId1"/>
            </a:rPr>
            <a:t>Comparison Table</a:t>
          </a:r>
          <a:r>
            <a:rPr lang="en-IN" sz="1200" kern="1200" dirty="0"/>
            <a:t> we discussed to finalize if you are developing custom or subscribing.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Vendor/Tech Stack Selection:</a:t>
          </a:r>
          <a:r>
            <a:rPr lang="en-IN" sz="1200" kern="1200" dirty="0"/>
            <a:t> Shortlist 3 platforms or define your backend (e.g., </a:t>
          </a:r>
          <a:r>
            <a:rPr lang="en-IN" sz="1200" b="1" kern="1200" dirty="0"/>
            <a:t>Node.js/PostgreSQL</a:t>
          </a:r>
          <a:r>
            <a:rPr lang="en-IN" sz="1200" kern="1200" dirty="0"/>
            <a:t>).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Content Audit:</a:t>
          </a:r>
          <a:r>
            <a:rPr lang="en-IN" sz="1200" kern="1200" dirty="0"/>
            <a:t> Review existing training materials to see what needs digitizing.</a:t>
          </a:r>
        </a:p>
      </dsp:txBody>
      <dsp:txXfrm>
        <a:off x="345480" y="2458912"/>
        <a:ext cx="3115747" cy="2731135"/>
      </dsp:txXfrm>
    </dsp:sp>
    <dsp:sp modelId="{D5033781-618B-489A-8E84-56E6B12139B9}">
      <dsp:nvSpPr>
        <dsp:cNvPr id="0" name=""/>
        <dsp:cNvSpPr/>
      </dsp:nvSpPr>
      <dsp:spPr>
        <a:xfrm>
          <a:off x="2873350" y="1173672"/>
          <a:ext cx="587876" cy="58787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AA0D49-C76B-4BBD-AFC1-0141FF55A535}">
      <dsp:nvSpPr>
        <dsp:cNvPr id="0" name=""/>
        <dsp:cNvSpPr/>
      </dsp:nvSpPr>
      <dsp:spPr>
        <a:xfrm rot="5400000">
          <a:off x="4505975" y="483904"/>
          <a:ext cx="2074056" cy="345118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80B8C-A264-4988-B294-FA992BC1D26D}">
      <dsp:nvSpPr>
        <dsp:cNvPr id="0" name=""/>
        <dsp:cNvSpPr/>
      </dsp:nvSpPr>
      <dsp:spPr>
        <a:xfrm>
          <a:off x="4159763" y="1515064"/>
          <a:ext cx="3115747" cy="2731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Phase 2: Development &amp; Content Curation (Days 31–60)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MVP Development (If Building):</a:t>
          </a:r>
          <a:r>
            <a:rPr lang="en-IN" sz="1200" kern="1200" dirty="0"/>
            <a:t> Focus on the core user journey—login, course viewing, and simple tracking.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Platform Configuration (If Buying):</a:t>
          </a:r>
          <a:r>
            <a:rPr lang="en-IN" sz="1200" kern="1200" dirty="0"/>
            <a:t> Set up branding, user groups, and security permissions.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Content "Hero" Course:</a:t>
          </a:r>
          <a:r>
            <a:rPr lang="en-IN" sz="1200" kern="1200" dirty="0"/>
            <a:t> Develop one high-quality pilot course to test the platform's interactive features.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User Acceptance Testing (UAT):</a:t>
          </a:r>
          <a:r>
            <a:rPr lang="en-IN" sz="1200" kern="1200" dirty="0"/>
            <a:t> Have a small group of "power users" break the system and provide feedback.</a:t>
          </a:r>
        </a:p>
      </dsp:txBody>
      <dsp:txXfrm>
        <a:off x="4159763" y="1515064"/>
        <a:ext cx="3115747" cy="2731135"/>
      </dsp:txXfrm>
    </dsp:sp>
    <dsp:sp modelId="{B996CD28-F47B-4EA9-A542-091D44A563B7}">
      <dsp:nvSpPr>
        <dsp:cNvPr id="0" name=""/>
        <dsp:cNvSpPr/>
      </dsp:nvSpPr>
      <dsp:spPr>
        <a:xfrm>
          <a:off x="6687634" y="229824"/>
          <a:ext cx="587876" cy="58787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C40E6-010F-48E4-9599-259ABD57ABD3}">
      <dsp:nvSpPr>
        <dsp:cNvPr id="0" name=""/>
        <dsp:cNvSpPr/>
      </dsp:nvSpPr>
      <dsp:spPr>
        <a:xfrm rot="5400000">
          <a:off x="8320258" y="-459944"/>
          <a:ext cx="2074056" cy="345118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6C8BF-6F16-4759-920A-0F840461BFA5}">
      <dsp:nvSpPr>
        <dsp:cNvPr id="0" name=""/>
        <dsp:cNvSpPr/>
      </dsp:nvSpPr>
      <dsp:spPr>
        <a:xfrm>
          <a:off x="7974047" y="571216"/>
          <a:ext cx="3115747" cy="2731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Phase 3: Launch &amp; Optimization (Days 61–90)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Data Migration:</a:t>
          </a:r>
          <a:r>
            <a:rPr lang="en-IN" sz="1200" kern="1200" dirty="0"/>
            <a:t> Upload user lists and historical training records.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Soft Launch:</a:t>
          </a:r>
          <a:r>
            <a:rPr lang="en-IN" sz="1200" kern="1200" dirty="0"/>
            <a:t> Release the platform to one department to monitor server load and support tickets.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Full Launch:</a:t>
          </a:r>
          <a:r>
            <a:rPr lang="en-IN" sz="1200" kern="1200" dirty="0"/>
            <a:t> Company-wide rollout accompanied by a "How-To" webinar.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1" kern="1200" dirty="0"/>
            <a:t>Review Cycle:</a:t>
          </a:r>
          <a:r>
            <a:rPr lang="en-IN" sz="1200" kern="1200" dirty="0"/>
            <a:t> At Day 90, </a:t>
          </a:r>
          <a:r>
            <a:rPr lang="en-IN" sz="1200" kern="1200" dirty="0" err="1"/>
            <a:t>analyze</a:t>
          </a:r>
          <a:r>
            <a:rPr lang="en-IN" sz="1200" kern="1200" dirty="0"/>
            <a:t> the first month of data to identify which modules have the highest drop-off rates.</a:t>
          </a:r>
        </a:p>
      </dsp:txBody>
      <dsp:txXfrm>
        <a:off x="7974047" y="571216"/>
        <a:ext cx="3115747" cy="27311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AA3EE-221D-4BBC-94AB-2E8085B61FD0}">
      <dsp:nvSpPr>
        <dsp:cNvPr id="0" name=""/>
        <dsp:cNvSpPr/>
      </dsp:nvSpPr>
      <dsp:spPr>
        <a:xfrm>
          <a:off x="5456" y="78173"/>
          <a:ext cx="623847" cy="6238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6B548-5A97-4892-8CF3-FA2156359661}">
      <dsp:nvSpPr>
        <dsp:cNvPr id="0" name=""/>
        <dsp:cNvSpPr/>
      </dsp:nvSpPr>
      <dsp:spPr>
        <a:xfrm>
          <a:off x="5456" y="834259"/>
          <a:ext cx="1782421" cy="108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Market Research:</a:t>
          </a:r>
          <a:r>
            <a:rPr lang="en-US" sz="1400" b="0" i="0" kern="1200" baseline="0"/>
            <a:t> Analyze competitors and identify specific user pain points.</a:t>
          </a:r>
          <a:endParaRPr lang="en-US" sz="1400" kern="1200"/>
        </a:p>
      </dsp:txBody>
      <dsp:txXfrm>
        <a:off x="5456" y="834259"/>
        <a:ext cx="1782421" cy="1089240"/>
      </dsp:txXfrm>
    </dsp:sp>
    <dsp:sp modelId="{FB8F3198-8616-4B97-B0BC-FCBD1580B2B3}">
      <dsp:nvSpPr>
        <dsp:cNvPr id="0" name=""/>
        <dsp:cNvSpPr/>
      </dsp:nvSpPr>
      <dsp:spPr>
        <a:xfrm>
          <a:off x="5456" y="1985006"/>
          <a:ext cx="1782421" cy="1168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6A77D4-FBFF-49AF-8BF7-5B858798091F}">
      <dsp:nvSpPr>
        <dsp:cNvPr id="0" name=""/>
        <dsp:cNvSpPr/>
      </dsp:nvSpPr>
      <dsp:spPr>
        <a:xfrm>
          <a:off x="2099802" y="78173"/>
          <a:ext cx="623847" cy="6238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7CF79-A672-4F67-B828-0AC66509F05E}">
      <dsp:nvSpPr>
        <dsp:cNvPr id="0" name=""/>
        <dsp:cNvSpPr/>
      </dsp:nvSpPr>
      <dsp:spPr>
        <a:xfrm>
          <a:off x="2099802" y="834259"/>
          <a:ext cx="1782421" cy="108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Team Assembly:</a:t>
          </a:r>
          <a:r>
            <a:rPr lang="en-US" sz="1400" b="0" i="0" kern="1200" baseline="0"/>
            <a:t> Requires Project Managers, UI/UX Designers, Developers, and QA Engineers.</a:t>
          </a:r>
          <a:endParaRPr lang="en-US" sz="1400" kern="1200"/>
        </a:p>
      </dsp:txBody>
      <dsp:txXfrm>
        <a:off x="2099802" y="834259"/>
        <a:ext cx="1782421" cy="1089240"/>
      </dsp:txXfrm>
    </dsp:sp>
    <dsp:sp modelId="{A9154CD8-5D44-42F4-A8FE-313ED8FAE57F}">
      <dsp:nvSpPr>
        <dsp:cNvPr id="0" name=""/>
        <dsp:cNvSpPr/>
      </dsp:nvSpPr>
      <dsp:spPr>
        <a:xfrm>
          <a:off x="2099802" y="1985006"/>
          <a:ext cx="1782421" cy="1168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9FC3E0-3C84-42EC-8F72-69E3B7F75B2C}">
      <dsp:nvSpPr>
        <dsp:cNvPr id="0" name=""/>
        <dsp:cNvSpPr/>
      </dsp:nvSpPr>
      <dsp:spPr>
        <a:xfrm>
          <a:off x="4194148" y="78173"/>
          <a:ext cx="623847" cy="6238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817FC-90E8-4834-8274-B1332BAC6485}">
      <dsp:nvSpPr>
        <dsp:cNvPr id="0" name=""/>
        <dsp:cNvSpPr/>
      </dsp:nvSpPr>
      <dsp:spPr>
        <a:xfrm>
          <a:off x="4194148" y="834259"/>
          <a:ext cx="1782421" cy="108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Technology Stack Selection:</a:t>
          </a:r>
          <a:endParaRPr lang="en-US" sz="1400" kern="1200"/>
        </a:p>
      </dsp:txBody>
      <dsp:txXfrm>
        <a:off x="4194148" y="834259"/>
        <a:ext cx="1782421" cy="1089240"/>
      </dsp:txXfrm>
    </dsp:sp>
    <dsp:sp modelId="{830B82C8-5703-43F0-AD47-D730AB2C6D57}">
      <dsp:nvSpPr>
        <dsp:cNvPr id="0" name=""/>
        <dsp:cNvSpPr/>
      </dsp:nvSpPr>
      <dsp:spPr>
        <a:xfrm>
          <a:off x="4194148" y="1985006"/>
          <a:ext cx="1782421" cy="1168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Frontend:</a:t>
          </a:r>
          <a:r>
            <a:rPr lang="en-US" sz="1100" b="0" i="0" kern="1200" baseline="0" dirty="0"/>
            <a:t> React.js, Vue.js, or AngularJS.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Backend:</a:t>
          </a:r>
          <a:r>
            <a:rPr lang="en-US" sz="1100" b="0" i="0" kern="1200" baseline="0"/>
            <a:t> Node.js, Python, or ASP.NET.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Database:</a:t>
          </a:r>
          <a:r>
            <a:rPr lang="en-US" sz="1100" b="0" i="0" kern="1200" baseline="0"/>
            <a:t> MySQL, MongoDB, or PostgreSQL.</a:t>
          </a:r>
          <a:endParaRPr lang="en-US" sz="1100" kern="1200"/>
        </a:p>
      </dsp:txBody>
      <dsp:txXfrm>
        <a:off x="4194148" y="1985006"/>
        <a:ext cx="1782421" cy="1168474"/>
      </dsp:txXfrm>
    </dsp:sp>
    <dsp:sp modelId="{EB744B46-CA1C-4A04-8E82-4623E92C428D}">
      <dsp:nvSpPr>
        <dsp:cNvPr id="0" name=""/>
        <dsp:cNvSpPr/>
      </dsp:nvSpPr>
      <dsp:spPr>
        <a:xfrm>
          <a:off x="6288493" y="78173"/>
          <a:ext cx="623847" cy="6238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81806-6EC4-4FF5-A246-2B3368DEEF83}">
      <dsp:nvSpPr>
        <dsp:cNvPr id="0" name=""/>
        <dsp:cNvSpPr/>
      </dsp:nvSpPr>
      <dsp:spPr>
        <a:xfrm>
          <a:off x="6288493" y="834259"/>
          <a:ext cx="1782421" cy="108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MVP (Minimum Viable Product):</a:t>
          </a:r>
          <a:r>
            <a:rPr lang="en-US" sz="1400" b="0" i="0" kern="1200" baseline="0"/>
            <a:t> Launch core features first to gather user feedback before full-scale deployment.</a:t>
          </a:r>
          <a:endParaRPr lang="en-US" sz="1400" kern="1200"/>
        </a:p>
      </dsp:txBody>
      <dsp:txXfrm>
        <a:off x="6288493" y="834259"/>
        <a:ext cx="1782421" cy="1089240"/>
      </dsp:txXfrm>
    </dsp:sp>
    <dsp:sp modelId="{A48CB7EA-2427-465C-A269-9324AE5946D2}">
      <dsp:nvSpPr>
        <dsp:cNvPr id="0" name=""/>
        <dsp:cNvSpPr/>
      </dsp:nvSpPr>
      <dsp:spPr>
        <a:xfrm>
          <a:off x="6288493" y="1985006"/>
          <a:ext cx="1782421" cy="1168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703FC-1A8F-4246-BA0D-9FE4FE59538A}">
      <dsp:nvSpPr>
        <dsp:cNvPr id="0" name=""/>
        <dsp:cNvSpPr/>
      </dsp:nvSpPr>
      <dsp:spPr>
        <a:xfrm>
          <a:off x="8382839" y="78173"/>
          <a:ext cx="623847" cy="6238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67928-086C-4A95-8BF7-F579791581CC}">
      <dsp:nvSpPr>
        <dsp:cNvPr id="0" name=""/>
        <dsp:cNvSpPr/>
      </dsp:nvSpPr>
      <dsp:spPr>
        <a:xfrm>
          <a:off x="8382839" y="834259"/>
          <a:ext cx="1782421" cy="1089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Testing &amp; Launch:</a:t>
          </a:r>
          <a:r>
            <a:rPr lang="en-US" sz="1400" b="0" i="0" kern="1200" baseline="0"/>
            <a:t> Conduct security, performance, and usability testing.</a:t>
          </a:r>
          <a:endParaRPr lang="en-US" sz="1400" kern="1200"/>
        </a:p>
      </dsp:txBody>
      <dsp:txXfrm>
        <a:off x="8382839" y="834259"/>
        <a:ext cx="1782421" cy="1089240"/>
      </dsp:txXfrm>
    </dsp:sp>
    <dsp:sp modelId="{2BD25E49-B0E9-41EA-ABDA-91E96BC17970}">
      <dsp:nvSpPr>
        <dsp:cNvPr id="0" name=""/>
        <dsp:cNvSpPr/>
      </dsp:nvSpPr>
      <dsp:spPr>
        <a:xfrm>
          <a:off x="8382839" y="1985006"/>
          <a:ext cx="1782421" cy="1168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9A0A-BEE2-9560-35A7-40648E7BA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204DE-2D1C-8AAE-FD94-F9DC532F3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8C1FF-B413-1321-3505-112ED355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4B18C-D28A-835B-484C-A96C05C2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10004-1852-B44A-5F7F-D545B09E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21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64509-6169-8C21-488E-2B7615B6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0B08A-EB01-3C7B-6986-017141A61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F67B-493C-EC9E-2008-0093F7E2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08F0-1080-C158-680A-49E2C9CF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CF8B1-C4BB-A5AA-11FB-FEBF61F0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9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88A9-B6E3-9F21-004C-313BD0FA9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AE6E5-0E4C-711C-4075-B5A3ABBAB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5D54B-32DD-E79F-3BBF-3065555C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BD18B-C16F-FC24-4F18-6BEB3352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B60F5-DC9D-501D-AFA2-4DA30024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8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A0E2-EE18-8C4B-9512-C5EEC7D0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786B-D3AC-4741-EBFE-73210E7A4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13008-6D92-4BE0-B778-86C6E83DA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BDD3B-57D6-B9DE-2739-9111B208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6A800-D564-7147-6D83-F3623567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8991B-2A51-BC4A-4741-048B668C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2379-5896-84AF-52BF-6D9A26B0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EB432-BBC4-6F5E-B76E-A8D223B4F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4684F-8B24-55DE-E5AA-7C74B3BB3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EEC5D-B014-8474-5205-58F484BDC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9B34D-7AC5-CFA6-E231-82E481256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FFF0C-2F16-583F-A0D4-407502BC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B1E3F-0FD7-B968-C89C-B5A7B242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43F28-84EE-4FBB-3964-D93DE752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7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490A-BBC2-313A-5E51-63905898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FE8ED-D48B-5DBF-A7D2-D1B3FE89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823C0-1967-5880-A8E8-F0450CCD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1C2AE-A210-9C9F-F8F4-385D505D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6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B74BE8-4FD2-442E-02A2-BD71F22A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76B4F-6A9B-1DF1-3249-C3F4B35D2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2A2DB-3006-EAB8-9E79-71CDE0863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63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3430-5821-0552-60DB-8B6D0791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E7C0-6642-992B-80CB-B14842FE6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C8AA5-CECB-34AD-DCBC-4AE30C2F0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4A5B5-6B9B-0B66-C31E-E258444D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BA296-311F-5F86-1181-F0F4BF02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EB24-4FDA-59FD-9E0D-F800F75D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85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92B7-CBE9-4598-F1C7-44779813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55C16-745A-0F78-B8D9-C272EE58A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9CB76-5232-64D1-9301-2BADA1736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CBAF8-874A-8DA4-0B8D-C67E5BED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B5484-0F0F-6545-A0F7-FEFC5B9E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DA6E-590E-465E-AB5A-6F2A84AF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99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9F56-6D3A-DE67-1BDD-8D568A2A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469BD-12EF-071C-DF4C-8107C0407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5A83-AAE0-21C1-5D6F-6F68256E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2F4D4-E66A-1FB4-B0F8-DAACAA16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7FD5F-EA53-FCD6-2E39-459F22BA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79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C9C73-29B1-5C80-9E30-C7831143E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5D82-BC28-1386-2E87-2A9E20B5F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7E5CD-31C7-2007-5C3D-A998AB48C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86E71-C8AD-9691-F08E-31DE8A0C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4D708-1671-0588-B88C-DC79038D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09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CA84A-142C-07D0-91FD-6898030C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D7AD3-37FA-CD6A-4E22-54CE50BFF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60D01-B5F8-DA5B-2FBF-32A10B1DC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469AD-4750-4E82-B8A0-C5780ECA2787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651D6-3E32-973B-744B-A565C66FF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45C41-9CCC-A8B5-5D5B-21704E4F4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0A3F7-1D13-4BCD-BFCA-AB66F1C53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7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5E13-9BAB-49B3-4EF0-160CB1DAE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Learning Management System (LMS)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42CDF-ABA0-AB00-88E8-99D3A5BC8F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Nurturing Your Innovations</a:t>
            </a:r>
          </a:p>
        </p:txBody>
      </p:sp>
    </p:spTree>
    <p:extLst>
      <p:ext uri="{BB962C8B-B14F-4D97-AF65-F5344CB8AC3E}">
        <p14:creationId xmlns:p14="http://schemas.microsoft.com/office/powerpoint/2010/main" val="61675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1F39-F4B7-3C6F-F919-B96C8021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6F575-8D29-55D0-53F5-E301EDD83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i="1" dirty="0"/>
          </a:p>
          <a:p>
            <a:pPr marL="0" indent="0" algn="ctr">
              <a:buNone/>
            </a:pPr>
            <a:r>
              <a:rPr lang="en-IN" i="1" dirty="0"/>
              <a:t>A successful LMS is not just a repository of videos; </a:t>
            </a:r>
          </a:p>
          <a:p>
            <a:pPr marL="0" indent="0" algn="ctr">
              <a:buNone/>
            </a:pPr>
            <a:r>
              <a:rPr lang="en-IN" i="1" dirty="0"/>
              <a:t>it is an interactive ecosystem that balances </a:t>
            </a:r>
          </a:p>
          <a:p>
            <a:pPr marL="0" indent="0" algn="ctr">
              <a:buNone/>
            </a:pPr>
            <a:r>
              <a:rPr lang="en-IN" b="1" i="1" dirty="0"/>
              <a:t>user-friendly design</a:t>
            </a:r>
            <a:r>
              <a:rPr lang="en-IN" i="1" dirty="0"/>
              <a:t> with </a:t>
            </a:r>
            <a:r>
              <a:rPr lang="en-IN" b="1" i="1" dirty="0"/>
              <a:t>robust data tracking </a:t>
            </a:r>
          </a:p>
          <a:p>
            <a:pPr marL="0" indent="0" algn="ctr">
              <a:buNone/>
            </a:pPr>
            <a:r>
              <a:rPr lang="en-IN" i="1" dirty="0"/>
              <a:t>to ensure measurable learning outcomes.</a:t>
            </a:r>
          </a:p>
        </p:txBody>
      </p:sp>
    </p:spTree>
    <p:extLst>
      <p:ext uri="{BB962C8B-B14F-4D97-AF65-F5344CB8AC3E}">
        <p14:creationId xmlns:p14="http://schemas.microsoft.com/office/powerpoint/2010/main" val="342101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38B4D-43BC-1FC8-FA83-02209C0E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Market Context &amp; Opportunity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B9C6D1-A208-3A43-AAE5-DBF9B6B86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82132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935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AEC2C-037C-C874-13B9-14C86547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54BFC-9438-1672-9A8D-6732A4A6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Core Types of LMS Platforms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95AECAAA-8C93-739B-D9A0-F94A3E6CF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56200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125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81550-F575-CA7B-B6C9-A722BA1B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BEC54-AE9A-7F3A-45F9-C47025F2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Essential Features for Engagement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93F5B-8A0D-3EC5-8652-5275B2A8A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821408"/>
            <a:ext cx="9941319" cy="3320772"/>
          </a:xfrm>
        </p:spPr>
        <p:txBody>
          <a:bodyPr anchor="ctr">
            <a:normAutofit/>
          </a:bodyPr>
          <a:lstStyle/>
          <a:p>
            <a:r>
              <a:rPr lang="en-IN" sz="2200" b="1" dirty="0"/>
              <a:t>Course Management: </a:t>
            </a:r>
            <a:r>
              <a:rPr lang="en-IN" sz="2200" dirty="0"/>
              <a:t>Easy creation of lessons, quizzes, and assignments.</a:t>
            </a:r>
          </a:p>
          <a:p>
            <a:r>
              <a:rPr lang="en-IN" sz="2200" b="1" dirty="0"/>
              <a:t>Gamification: </a:t>
            </a:r>
            <a:r>
              <a:rPr lang="en-IN" sz="2200" dirty="0"/>
              <a:t>Use of badges, leaderboards, and points to increase knowledge preservation.</a:t>
            </a:r>
          </a:p>
          <a:p>
            <a:r>
              <a:rPr lang="en-IN" sz="2200" b="1" dirty="0"/>
              <a:t>AI Integration: </a:t>
            </a:r>
            <a:r>
              <a:rPr lang="en-IN" sz="2200" dirty="0"/>
              <a:t>Personalized learning paths and content recommendations based on performance.</a:t>
            </a:r>
          </a:p>
          <a:p>
            <a:r>
              <a:rPr lang="en-IN" sz="2200" b="1" dirty="0"/>
              <a:t>Mobile Compatibility: </a:t>
            </a:r>
            <a:r>
              <a:rPr lang="en-IN" sz="2200" dirty="0"/>
              <a:t>Essential for remote workers and "on-the-go" learning.</a:t>
            </a:r>
          </a:p>
          <a:p>
            <a:r>
              <a:rPr lang="en-IN" sz="2200" b="1" dirty="0"/>
              <a:t>Reporting &amp; Analytics: </a:t>
            </a:r>
            <a:r>
              <a:rPr lang="en-IN" sz="2200" dirty="0"/>
              <a:t>Tracking learner progression and identifying skill gaps.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09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216B2-5C9B-A8C7-0AC5-4D902E25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1520CB1-5EFC-A53A-7A02-CE8C67F6B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0A580D9-436D-F008-39CC-5175F646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AE6572A-AACD-4305-1D3A-C57054088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0A65145-02E0-4343-ABE0-BAE1053D3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1DD8049-F780-BCD4-9AC0-7DDA77538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7EBE85B6-5BBF-D481-0B3F-4FEE0C622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87E42-943B-9D93-E1EC-F996C4EF9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90-Day Implementation Plan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66942FF-7417-7BB6-4F2B-D18BB38FD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A489CE7-43BC-A78A-9A61-C70BF06C4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8489522"/>
              </p:ext>
            </p:extLst>
          </p:nvPr>
        </p:nvGraphicFramePr>
        <p:xfrm>
          <a:off x="607355" y="1522926"/>
          <a:ext cx="1109292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803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974D1-B520-E730-0635-E00F18DB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A62A4B6-4A46-87C7-10A9-AE1C5801F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60FEBA-11D1-B101-D0AD-042FA5D18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9FB5CD4-F841-7F41-D0AD-940FDEE6C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6D55C3D-BE85-9597-C462-D8CC4630A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635B02A-E4F7-18E5-2FCE-BFD24FB78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4445085C-B32C-303C-28F8-6B1BE34FA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2BC68-D668-157C-792C-2C382593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Payment Gateways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F08980F-74DB-1508-CCB0-CBD1DD63E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17EEA6-AB67-235A-214F-68CA00FFD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585711"/>
              </p:ext>
            </p:extLst>
          </p:nvPr>
        </p:nvGraphicFramePr>
        <p:xfrm>
          <a:off x="1194266" y="2704014"/>
          <a:ext cx="9641445" cy="3712320"/>
        </p:xfrm>
        <a:graphic>
          <a:graphicData uri="http://schemas.openxmlformats.org/drawingml/2006/table">
            <a:tbl>
              <a:tblPr/>
              <a:tblGrid>
                <a:gridCol w="1928289">
                  <a:extLst>
                    <a:ext uri="{9D8B030D-6E8A-4147-A177-3AD203B41FA5}">
                      <a16:colId xmlns:a16="http://schemas.microsoft.com/office/drawing/2014/main" val="4027457380"/>
                    </a:ext>
                  </a:extLst>
                </a:gridCol>
                <a:gridCol w="1928289">
                  <a:extLst>
                    <a:ext uri="{9D8B030D-6E8A-4147-A177-3AD203B41FA5}">
                      <a16:colId xmlns:a16="http://schemas.microsoft.com/office/drawing/2014/main" val="2753678214"/>
                    </a:ext>
                  </a:extLst>
                </a:gridCol>
                <a:gridCol w="1928289">
                  <a:extLst>
                    <a:ext uri="{9D8B030D-6E8A-4147-A177-3AD203B41FA5}">
                      <a16:colId xmlns:a16="http://schemas.microsoft.com/office/drawing/2014/main" val="948654440"/>
                    </a:ext>
                  </a:extLst>
                </a:gridCol>
                <a:gridCol w="1928289">
                  <a:extLst>
                    <a:ext uri="{9D8B030D-6E8A-4147-A177-3AD203B41FA5}">
                      <a16:colId xmlns:a16="http://schemas.microsoft.com/office/drawing/2014/main" val="1364631815"/>
                    </a:ext>
                  </a:extLst>
                </a:gridCol>
                <a:gridCol w="1928289">
                  <a:extLst>
                    <a:ext uri="{9D8B030D-6E8A-4147-A177-3AD203B41FA5}">
                      <a16:colId xmlns:a16="http://schemas.microsoft.com/office/drawing/2014/main" val="3389119818"/>
                    </a:ext>
                  </a:extLst>
                </a:gridCol>
              </a:tblGrid>
              <a:tr h="2861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err="1"/>
                        <a:t>Razorpay</a:t>
                      </a:r>
                      <a:endParaRPr lang="en-IN" sz="14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err="1"/>
                        <a:t>Cashfree</a:t>
                      </a:r>
                      <a:endParaRPr lang="en-IN" sz="14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PayU India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err="1"/>
                        <a:t>Instamojo</a:t>
                      </a:r>
                      <a:endParaRPr lang="en-IN" sz="1400" b="1" dirty="0"/>
                    </a:p>
                  </a:txBody>
                  <a:tcPr marL="85320" marR="85320" marT="42660" marB="426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497279"/>
                  </a:ext>
                </a:extLst>
              </a:tr>
              <a:tr h="71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Best For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Best For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LMS &amp; Tech Startups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Best For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High Volume &amp; Payouts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Best For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Enterprise Reliability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Best For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Small Educators/D2C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030094"/>
                  </a:ext>
                </a:extLst>
              </a:tr>
              <a:tr h="501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Domestic Fee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Domestic Fee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2% + GST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Domestic Fee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1.95% + GST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Domestic Fee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2% + GST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Domestic Fee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2% + ₹3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81699"/>
                  </a:ext>
                </a:extLst>
              </a:tr>
              <a:tr h="931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Feature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Feature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Subscriptions &amp; Automated Recurring Billing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Feature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Split Settlements &amp; Bulk Payouts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Feature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Intelligent Routing for high success rates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Feature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Smart Links for direct fee collection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787415"/>
                  </a:ext>
                </a:extLst>
              </a:tr>
              <a:tr h="501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Settlement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Settlement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T+2 Days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Settlement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24-48 Hours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Settlement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T+2 Days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Settlement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T+3 Days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167922"/>
                  </a:ext>
                </a:extLst>
              </a:tr>
              <a:tr h="71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International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International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3% + GST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International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3.5% + fixed fee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International</a:t>
                      </a:r>
                    </a:p>
                    <a:p>
                      <a:pPr>
                        <a:buNone/>
                      </a:pPr>
                      <a:r>
                        <a:rPr lang="en-IN" sz="1400"/>
                        <a:t>3% + GST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International</a:t>
                      </a:r>
                    </a:p>
                    <a:p>
                      <a:pPr>
                        <a:buNone/>
                      </a:pPr>
                      <a:r>
                        <a:rPr lang="en-IN" sz="1400" dirty="0"/>
                        <a:t>Unavailable for standard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5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48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041D1-71F9-1BD0-FC4A-557FCCB5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D5DC15D-32AE-63FA-44A4-6B4C4F47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3C04C3D-FA3C-9AB8-EB65-78C9B1BCE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8B4FCF6-7EB6-D150-C702-C66C9933A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298F364-2866-4D58-558F-02BD0F7D3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A12780-AA8F-A7FA-F87C-C3F2CF29D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1F3ECDF7-4DAC-DB85-7D90-C71B73D29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0B1E2-716F-4986-1C06-459C95A2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LMS Maturity Matrix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287096-09EE-724A-9E01-E6F66517A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E3BEEA-BBF3-1D01-CC85-0FE2751C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85212"/>
              </p:ext>
            </p:extLst>
          </p:nvPr>
        </p:nvGraphicFramePr>
        <p:xfrm>
          <a:off x="883667" y="2409701"/>
          <a:ext cx="9816329" cy="3931920"/>
        </p:xfrm>
        <a:graphic>
          <a:graphicData uri="http://schemas.openxmlformats.org/drawingml/2006/table">
            <a:tbl>
              <a:tblPr/>
              <a:tblGrid>
                <a:gridCol w="2313849">
                  <a:extLst>
                    <a:ext uri="{9D8B030D-6E8A-4147-A177-3AD203B41FA5}">
                      <a16:colId xmlns:a16="http://schemas.microsoft.com/office/drawing/2014/main" val="3113110211"/>
                    </a:ext>
                  </a:extLst>
                </a:gridCol>
                <a:gridCol w="2313849">
                  <a:extLst>
                    <a:ext uri="{9D8B030D-6E8A-4147-A177-3AD203B41FA5}">
                      <a16:colId xmlns:a16="http://schemas.microsoft.com/office/drawing/2014/main" val="4129875315"/>
                    </a:ext>
                  </a:extLst>
                </a:gridCol>
                <a:gridCol w="2313849">
                  <a:extLst>
                    <a:ext uri="{9D8B030D-6E8A-4147-A177-3AD203B41FA5}">
                      <a16:colId xmlns:a16="http://schemas.microsoft.com/office/drawing/2014/main" val="2293376917"/>
                    </a:ext>
                  </a:extLst>
                </a:gridCol>
                <a:gridCol w="2874782">
                  <a:extLst>
                    <a:ext uri="{9D8B030D-6E8A-4147-A177-3AD203B41FA5}">
                      <a16:colId xmlns:a16="http://schemas.microsoft.com/office/drawing/2014/main" val="875654706"/>
                    </a:ext>
                  </a:extLst>
                </a:gridCol>
              </a:tblGrid>
              <a:tr h="3038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/ Stage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Level 1: Foundational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Level 2: Managed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Level 3: Optimized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104411"/>
                  </a:ext>
                </a:extLst>
              </a:tr>
              <a:tr h="4991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Static PDFs and PPTs.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Video modules &amp; basic quizzes.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Interactive, AI-driven paths.</a:t>
                      </a:r>
                    </a:p>
                  </a:txBody>
                  <a:tcPr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920169"/>
                  </a:ext>
                </a:extLst>
              </a:tr>
              <a:tr h="4991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 Experience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Desktop-only, manual login.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Mobile-responsive, Single Sign-On.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Mobile App with offline access.</a:t>
                      </a:r>
                    </a:p>
                  </a:txBody>
                  <a:tcPr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576173"/>
                  </a:ext>
                </a:extLst>
              </a:tr>
              <a:tr h="4991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Analytics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Completion tracking only.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Quiz scores &amp; time-spent reports.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Predictive skill-gap analysis.</a:t>
                      </a:r>
                    </a:p>
                  </a:txBody>
                  <a:tcPr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675569"/>
                  </a:ext>
                </a:extLst>
              </a:tr>
              <a:tr h="4991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Engagement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Mandatory compliance only.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Basic badges and leaderboards.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 gamification &amp; social learning.</a:t>
                      </a:r>
                    </a:p>
                  </a:txBody>
                  <a:tcPr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882792"/>
                  </a:ext>
                </a:extLst>
              </a:tr>
              <a:tr h="4991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Integration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Standalone system.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Linked to HR system (HRIS).</a:t>
                      </a:r>
                    </a:p>
                  </a:txBody>
                  <a:tcPr marR="50800"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Deep integration with Slack/Teams.</a:t>
                      </a:r>
                    </a:p>
                  </a:txBody>
                  <a:tcPr marT="76200" marB="762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70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453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2F3C1-6DDA-9345-A4E1-F1B26C7C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374492E-4BA9-524F-13E6-8457EA034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F2D815-B508-75C5-E0D2-6D7C96364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5A5A916-F993-898E-E2AC-40E78A5E7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561679A-3348-DD06-0A3B-ECCA472AF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75FD2F4-4CED-7B89-0C0C-95373EA57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C8DD69EC-2A99-CE55-F41B-77C4BEA7C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D4EAA-E052-36CE-F2B8-AA89A2D9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dirty="0"/>
              <a:t>The Development Roadmap</a:t>
            </a:r>
            <a:endParaRPr lang="en-IN" sz="4800" b="1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07232AD-126E-AE6F-A192-B59FEAB17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Rectangle 2">
            <a:extLst>
              <a:ext uri="{FF2B5EF4-FFF2-40B4-BE49-F238E27FC236}">
                <a16:creationId xmlns:a16="http://schemas.microsoft.com/office/drawing/2014/main" id="{F100B81D-A7F6-6234-F316-E1F46C661E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44575" y="2865688"/>
          <a:ext cx="10170718" cy="3231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117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66BAC-A179-A177-EC39-9DAFDC9E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0C2448A-32BC-6B89-D27A-6BC5A2C43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193D604-F63A-10B8-52CA-6A3A584D3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BA88C40-12EB-D6F4-9D1C-110DC1570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BBB48BD-472D-F4BB-F29F-931F0A8F5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0570FC1-65D8-E6F7-D69A-B33AA4E78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4B038A46-3390-5C79-C244-28724F87F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4F7CA-AD20-393B-E0EC-272F66112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dirty="0"/>
              <a:t>Building a Custom LMS vs. Using Existing Platforms</a:t>
            </a:r>
            <a:endParaRPr lang="en-IN" sz="4800" b="1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DF905E7-D9AB-0CA0-2278-2FBAC2077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C8B641-EF06-7254-24B5-CF7CA0F23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459176"/>
              </p:ext>
            </p:extLst>
          </p:nvPr>
        </p:nvGraphicFramePr>
        <p:xfrm>
          <a:off x="640079" y="2463045"/>
          <a:ext cx="10772239" cy="39885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1010">
                  <a:extLst>
                    <a:ext uri="{9D8B030D-6E8A-4147-A177-3AD203B41FA5}">
                      <a16:colId xmlns:a16="http://schemas.microsoft.com/office/drawing/2014/main" val="3630971199"/>
                    </a:ext>
                  </a:extLst>
                </a:gridCol>
                <a:gridCol w="4528174">
                  <a:extLst>
                    <a:ext uri="{9D8B030D-6E8A-4147-A177-3AD203B41FA5}">
                      <a16:colId xmlns:a16="http://schemas.microsoft.com/office/drawing/2014/main" val="412077602"/>
                    </a:ext>
                  </a:extLst>
                </a:gridCol>
                <a:gridCol w="4123055">
                  <a:extLst>
                    <a:ext uri="{9D8B030D-6E8A-4147-A177-3AD203B41FA5}">
                      <a16:colId xmlns:a16="http://schemas.microsoft.com/office/drawing/2014/main" val="1045929861"/>
                    </a:ext>
                  </a:extLst>
                </a:gridCol>
              </a:tblGrid>
              <a:tr h="3850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Google Sans Text"/>
                        </a:rPr>
                        <a:t>Need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Building a Custom LMS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Existing Platforms (Udemy, Skillsoft, etc.)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103849832"/>
                  </a:ext>
                </a:extLst>
              </a:tr>
              <a:tr h="550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Best For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Best For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Organizations with unique workflows or 5,000+ users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Best For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Quick deployment and access to pre-made expert content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188072122"/>
                  </a:ext>
                </a:extLst>
              </a:tr>
              <a:tr h="3850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Upfront Cost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Upfront Cost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High ($15,000 – $100,000+)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Upfront Cost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Low ($0 – $5,000 setup fee)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888025389"/>
                  </a:ext>
                </a:extLst>
              </a:tr>
              <a:tr h="550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Ongoing Fees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Ongoing Fees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Zero licensing; only hosting &amp; maintenance (15-20% of build/year)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Ongoing Fees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Subscription-based ($15 – $30 per user/month)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678504027"/>
                  </a:ext>
                </a:extLst>
              </a:tr>
              <a:tr h="550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Content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Content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You must create or buy third-party content (SCORM/xAPI)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Content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Included (Thousands of expert-led courses)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91201971"/>
                  </a:ext>
                </a:extLst>
              </a:tr>
              <a:tr h="550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Customization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Customization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Full control over UI/UX, branding, and features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Customization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Limited to basic branding and pre-set features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566570719"/>
                  </a:ext>
                </a:extLst>
              </a:tr>
              <a:tr h="3850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Implementation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Implementation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3 to 9 months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Implementation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Days to weeks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393940078"/>
                  </a:ext>
                </a:extLst>
              </a:tr>
              <a:tr h="550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Ownership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Ownership</a:t>
                      </a:r>
                    </a:p>
                    <a:p>
                      <a:pPr algn="l">
                        <a:buNone/>
                      </a:pPr>
                      <a:r>
                        <a:rPr lang="en-IN" sz="1200">
                          <a:effectLst/>
                        </a:rPr>
                        <a:t>You own the code and all user data</a:t>
                      </a:r>
                      <a:endParaRPr lang="en-IN" sz="120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Ownership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</a:rPr>
                        <a:t>You rent access; limited control over data/platform</a:t>
                      </a:r>
                      <a:endParaRPr lang="en-IN" sz="1200" dirty="0">
                        <a:effectLst/>
                        <a:latin typeface="Google Sans Text"/>
                      </a:endParaRP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13555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03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74278-610C-3525-B23B-84AAF99E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6676EA0-861E-9036-2992-484C21983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6B76A80-104B-DD96-38B1-CAB3E66D8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042C36-F611-780A-09FF-2EA1FA60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A07884A-06EB-FED3-EDC5-6DD018F59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1163F1-4C55-E310-CD79-F48E26D33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9E4DF200-206A-DEB1-E8B8-DB3FEFF6C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228D43-CAD6-F96E-7B48-59512C62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 dirty="0"/>
              <a:t>Cost Breakdown: What You’ll Spend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AC28C10-0E7C-8EAD-BBC0-3331EBF30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22CEC04-C5DF-A9B6-3B5E-9793DE48236C}"/>
              </a:ext>
            </a:extLst>
          </p:cNvPr>
          <p:cNvSpPr txBox="1"/>
          <p:nvPr/>
        </p:nvSpPr>
        <p:spPr>
          <a:xfrm>
            <a:off x="633597" y="2650032"/>
            <a:ext cx="1090748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Custom LMS Development</a:t>
            </a:r>
          </a:p>
          <a:p>
            <a:pPr>
              <a:buNone/>
            </a:pPr>
            <a:r>
              <a:rPr lang="en-IN" sz="1600" dirty="0"/>
              <a:t>Building a platform is a </a:t>
            </a:r>
            <a:r>
              <a:rPr lang="en-IN" sz="1600" b="1" dirty="0"/>
              <a:t>Capital Expenditure (</a:t>
            </a:r>
            <a:r>
              <a:rPr lang="en-IN" sz="1600" b="1" dirty="0" err="1"/>
              <a:t>CapEx</a:t>
            </a:r>
            <a:r>
              <a:rPr lang="en-IN" sz="1600" b="1" dirty="0"/>
              <a:t>)</a:t>
            </a:r>
            <a:r>
              <a:rPr lang="en-IN" sz="1600" dirty="0"/>
              <a:t>. The estimated costs for development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Minimum Viable Product (MVP):</a:t>
            </a:r>
            <a:r>
              <a:rPr lang="en-IN" sz="1600" dirty="0"/>
              <a:t> </a:t>
            </a:r>
            <a:r>
              <a:rPr lang="en-IN" sz="1600" b="1" dirty="0"/>
              <a:t>$8,000 – $15,000</a:t>
            </a:r>
            <a:r>
              <a:rPr lang="en-IN" sz="1600" dirty="0"/>
              <a:t> for core features like login, course player, and admin panel.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Professional/Scalable Platform:</a:t>
            </a:r>
            <a:r>
              <a:rPr lang="en-IN" sz="1600" dirty="0"/>
              <a:t> </a:t>
            </a:r>
            <a:r>
              <a:rPr lang="en-IN" sz="1600" b="1" dirty="0"/>
              <a:t>$20,000 – $45,000</a:t>
            </a:r>
            <a:r>
              <a:rPr lang="en-IN" sz="1600" dirty="0"/>
              <a:t> including custom UI/UX, quizzes, and certificates.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Enterprise Ecosystem:</a:t>
            </a:r>
            <a:r>
              <a:rPr lang="en-IN" sz="1600" dirty="0"/>
              <a:t> </a:t>
            </a:r>
            <a:r>
              <a:rPr lang="en-IN" sz="1600" b="1" dirty="0"/>
              <a:t>$50,000 – $100,000+</a:t>
            </a:r>
            <a:r>
              <a:rPr lang="en-IN" sz="1600" dirty="0"/>
              <a:t> for high security, AI recommendations, and deep HRIS integrations (SAP, Oracle).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2. Existing Platforms (SaaS)</a:t>
            </a:r>
          </a:p>
          <a:p>
            <a:pPr>
              <a:buNone/>
            </a:pPr>
            <a:r>
              <a:rPr lang="en-IN" sz="1600" dirty="0"/>
              <a:t>These follow an </a:t>
            </a:r>
            <a:r>
              <a:rPr lang="en-IN" sz="1600" b="1" dirty="0"/>
              <a:t>Operating Expenditure (</a:t>
            </a:r>
            <a:r>
              <a:rPr lang="en-IN" sz="1600" b="1" dirty="0" err="1"/>
              <a:t>OpEx</a:t>
            </a:r>
            <a:r>
              <a:rPr lang="en-IN" sz="1600" b="1" dirty="0"/>
              <a:t>)</a:t>
            </a:r>
            <a:r>
              <a:rPr lang="en-IN" sz="1600" dirty="0"/>
              <a:t> model. Typical pricing tiers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Small Teams:</a:t>
            </a:r>
            <a:r>
              <a:rPr lang="en-IN" sz="1600" dirty="0"/>
              <a:t> </a:t>
            </a:r>
            <a:r>
              <a:rPr lang="en-IN" sz="1600" b="1" dirty="0"/>
              <a:t>$3,000 – $15,000/year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Enterprise Deals:</a:t>
            </a:r>
            <a:r>
              <a:rPr lang="en-IN" sz="1600" dirty="0"/>
              <a:t> </a:t>
            </a:r>
            <a:r>
              <a:rPr lang="en-IN" sz="1600" b="1" dirty="0"/>
              <a:t>$60,000 – $250,000/year</a:t>
            </a:r>
            <a:r>
              <a:rPr lang="en-IN" sz="1600" dirty="0"/>
              <a:t> (often negotiated based on volume).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Hidden Costs:</a:t>
            </a:r>
            <a:r>
              <a:rPr lang="en-IN" sz="1600" dirty="0"/>
              <a:t> Be aware of </a:t>
            </a:r>
            <a:r>
              <a:rPr lang="en-IN" sz="1600" b="1" dirty="0"/>
              <a:t>implementation fees</a:t>
            </a:r>
            <a:r>
              <a:rPr lang="en-IN" sz="1600" dirty="0"/>
              <a:t>, </a:t>
            </a:r>
            <a:r>
              <a:rPr lang="en-IN" sz="1600" b="1" dirty="0"/>
              <a:t>premium support tiers</a:t>
            </a:r>
            <a:r>
              <a:rPr lang="en-IN" sz="1600" dirty="0"/>
              <a:t>, and </a:t>
            </a:r>
            <a:r>
              <a:rPr lang="en-IN" sz="1600" b="1" dirty="0"/>
              <a:t>add-on modules</a:t>
            </a:r>
            <a:r>
              <a:rPr lang="en-IN" sz="1600" dirty="0"/>
              <a:t> for AI or advanced analytics.</a:t>
            </a:r>
          </a:p>
        </p:txBody>
      </p:sp>
    </p:spTree>
    <p:extLst>
      <p:ext uri="{BB962C8B-B14F-4D97-AF65-F5344CB8AC3E}">
        <p14:creationId xmlns:p14="http://schemas.microsoft.com/office/powerpoint/2010/main" val="1351112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901BF-C5D1-FC78-4BB4-489A518C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D27F1D2-56A0-DB49-2875-9B72C864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AC28ACC-B98E-4851-55FA-4D8081448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EB1D7DD-3370-4604-AD5F-A545C6DFF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8631AF0-5E01-84AD-5F82-F1D66CDE4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9D83BCE-48D1-153F-C359-D2CE0C462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18C8C66B-656D-855A-9777-BA2758A67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0B1E7-A1D4-EA07-7387-0EBEEA3F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dirty="0"/>
              <a:t>Estimated Costs &amp; Timeline</a:t>
            </a:r>
            <a:endParaRPr lang="en-IN" sz="4800" b="1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B793D48-2136-8B64-7910-23E559B6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BD7E4793-CC94-E0C6-5283-1481B738F6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62630"/>
            <a:ext cx="8869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Small-Scale LMS: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$20,000 – $50,000.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Enterprise-Level LMS: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$50,000 – $200,000+.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Fully Customized: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exceed $300,000 depending on complexity and AI features.</a:t>
            </a:r>
          </a:p>
        </p:txBody>
      </p:sp>
    </p:spTree>
    <p:extLst>
      <p:ext uri="{BB962C8B-B14F-4D97-AF65-F5344CB8AC3E}">
        <p14:creationId xmlns:p14="http://schemas.microsoft.com/office/powerpoint/2010/main" val="126596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1176</Words>
  <Application>Microsoft Office PowerPoint</Application>
  <PresentationFormat>Widescreen</PresentationFormat>
  <Paragraphs>178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Google Sans Text</vt:lpstr>
      <vt:lpstr>Office Theme</vt:lpstr>
      <vt:lpstr>Learning Management System (LMS)</vt:lpstr>
      <vt:lpstr>Key Takeaway</vt:lpstr>
      <vt:lpstr>Market Context &amp; Opportunity</vt:lpstr>
      <vt:lpstr>Core Types of LMS Platforms</vt:lpstr>
      <vt:lpstr>Essential Features for Engagement</vt:lpstr>
      <vt:lpstr>90-Day Implementation Plan</vt:lpstr>
      <vt:lpstr>Payment Gateways</vt:lpstr>
      <vt:lpstr>LMS Maturity Matrix</vt:lpstr>
      <vt:lpstr>The Development Roadmap</vt:lpstr>
      <vt:lpstr>Building a Custom LMS vs. Using Existing Platforms</vt:lpstr>
      <vt:lpstr>Cost Breakdown: What You’ll Spend</vt:lpstr>
      <vt:lpstr>Estimated Costs &amp;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Narayanamurthy Tadepalli</dc:creator>
  <cp:lastModifiedBy>Narayanamurthy Tadepalli</cp:lastModifiedBy>
  <cp:revision>1</cp:revision>
  <dcterms:created xsi:type="dcterms:W3CDTF">2026-05-08T05:18:49Z</dcterms:created>
  <dcterms:modified xsi:type="dcterms:W3CDTF">2026-05-08T05:49:18Z</dcterms:modified>
</cp:coreProperties>
</file>